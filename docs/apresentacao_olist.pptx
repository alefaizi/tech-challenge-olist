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apa" id="{CE82E18A-CE6A-4966-8128-2CE010B77571}">
          <p14:sldIdLst>
            <p14:sldId id="268"/>
          </p14:sldIdLst>
        </p14:section>
        <p14:section name="Sumário" id="{DF8237A4-7973-E784-0055-17F24FB9E472}">
          <p14:sldIdLst>
            <p14:sldId id="256"/>
          </p14:sldIdLst>
        </p14:section>
        <p14:section name="Contexto" id="{36701B69-590C-0F76-B26A-F753B21D8686}">
          <p14:sldIdLst>
            <p14:sldId id="257"/>
          </p14:sldIdLst>
        </p14:section>
        <p14:section name="Análise" id="{924FFDB9-5A1C-272D-7462-52EEB3D9558C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Conclusões" id="{492F391C-893B-3ABD-F36D-4EC730EC8EEB}">
          <p14:sldIdLst>
            <p14:sldId id="264"/>
            <p14:sldId id="265"/>
          </p14:sldIdLst>
        </p14:section>
        <p14:section name="Apêndice" id="{94130C91-A69C-B8D2-773D-EEB189D4DE9E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AB1293-BCAE-4D32-9A4C-811B80BF3E3C}" v="90" dt="2026-10-28T14:45:16.9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6804" autoAdjust="0"/>
  </p:normalViewPr>
  <p:slideViewPr>
    <p:cSldViewPr snapToGrid="0" snapToObjects="1">
      <p:cViewPr varScale="1">
        <p:scale>
          <a:sx n="96" d="100"/>
          <a:sy n="96" d="100"/>
        </p:scale>
        <p:origin x="11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e Faizibaioff" userId="1a2b1144f16dfa46" providerId="LiveId" clId="{4442C3C6-7A55-489E-A594-E25B38C90F8B}"/>
    <pc:docChg chg="undo custSel addSld delSld modSld addSection modSection">
      <pc:chgData name="Alexandre Faizibaioff" userId="1a2b1144f16dfa46" providerId="LiveId" clId="{4442C3C6-7A55-489E-A594-E25B38C90F8B}" dt="2026-10-28T14:45:16.960" v="197"/>
      <pc:docMkLst>
        <pc:docMk/>
      </pc:docMkLst>
      <pc:sldChg chg="addSp delSp modSp mod modTransition modAnim">
        <pc:chgData name="Alexandre Faizibaioff" userId="1a2b1144f16dfa46" providerId="LiveId" clId="{4442C3C6-7A55-489E-A594-E25B38C90F8B}" dt="2026-10-28T14:45:16.960" v="197"/>
        <pc:sldMkLst>
          <pc:docMk/>
          <pc:sldMk cId="0" sldId="256"/>
        </pc:sldMkLst>
        <pc:picChg chg="add del mod">
          <ac:chgData name="Alexandre Faizibaioff" userId="1a2b1144f16dfa46" providerId="LiveId" clId="{4442C3C6-7A55-489E-A594-E25B38C90F8B}" dt="2026-10-28T14:45:16.960" v="197"/>
          <ac:picMkLst>
            <pc:docMk/>
            <pc:sldMk cId="0" sldId="256"/>
            <ac:picMk id="17" creationId="{5AF1578B-9A1A-0A64-A656-CF33A9FC07A2}"/>
          </ac:picMkLst>
        </pc:picChg>
        <pc:picChg chg="add del mod">
          <ac:chgData name="Alexandre Faizibaioff" userId="1a2b1144f16dfa46" providerId="LiveId" clId="{4442C3C6-7A55-489E-A594-E25B38C90F8B}" dt="2026-10-27T19:12:33.802" v="96"/>
          <ac:picMkLst>
            <pc:docMk/>
            <pc:sldMk cId="0" sldId="256"/>
            <ac:picMk id="36" creationId="{4102B3C0-1E13-25F5-5AAF-58A02BADDABB}"/>
          </ac:picMkLst>
        </pc:picChg>
        <pc:picChg chg="add del mod ord">
          <ac:chgData name="Alexandre Faizibaioff" userId="1a2b1144f16dfa46" providerId="LiveId" clId="{4442C3C6-7A55-489E-A594-E25B38C90F8B}" dt="2026-10-27T19:14:21.430" v="99"/>
          <ac:picMkLst>
            <pc:docMk/>
            <pc:sldMk cId="0" sldId="256"/>
            <ac:picMk id="42" creationId="{258B5306-0BC4-26FC-3DD7-AC429E2A3B0B}"/>
          </ac:picMkLst>
        </pc:picChg>
        <pc:picChg chg="add del mod">
          <ac:chgData name="Alexandre Faizibaioff" userId="1a2b1144f16dfa46" providerId="LiveId" clId="{4442C3C6-7A55-489E-A594-E25B38C90F8B}" dt="2026-10-27T19:16:07.538" v="100"/>
          <ac:picMkLst>
            <pc:docMk/>
            <pc:sldMk cId="0" sldId="256"/>
            <ac:picMk id="43" creationId="{E80B38B9-968E-DE3D-2AD1-6A4F01B33B33}"/>
          </ac:picMkLst>
        </pc:picChg>
        <pc:picChg chg="add del mod">
          <ac:chgData name="Alexandre Faizibaioff" userId="1a2b1144f16dfa46" providerId="LiveId" clId="{4442C3C6-7A55-489E-A594-E25B38C90F8B}" dt="2026-10-27T19:20:12.879" v="102"/>
          <ac:picMkLst>
            <pc:docMk/>
            <pc:sldMk cId="0" sldId="256"/>
            <ac:picMk id="49" creationId="{23ED8CEE-7360-2202-F3E3-D8FA2B52F96A}"/>
          </ac:picMkLst>
        </pc:picChg>
        <pc:picChg chg="add del mod">
          <ac:chgData name="Alexandre Faizibaioff" userId="1a2b1144f16dfa46" providerId="LiveId" clId="{4442C3C6-7A55-489E-A594-E25B38C90F8B}" dt="2026-10-27T19:24:04.882" v="104"/>
          <ac:picMkLst>
            <pc:docMk/>
            <pc:sldMk cId="0" sldId="256"/>
            <ac:picMk id="52" creationId="{BF2DD016-FA75-3CF0-41F7-E035CF929192}"/>
          </ac:picMkLst>
        </pc:picChg>
        <pc:picChg chg="add del mod">
          <ac:chgData name="Alexandre Faizibaioff" userId="1a2b1144f16dfa46" providerId="LiveId" clId="{4442C3C6-7A55-489E-A594-E25B38C90F8B}" dt="2026-10-27T19:25:02.250" v="108"/>
          <ac:picMkLst>
            <pc:docMk/>
            <pc:sldMk cId="0" sldId="256"/>
            <ac:picMk id="55" creationId="{06FF062B-1352-7F5B-664D-C2442C152727}"/>
          </ac:picMkLst>
        </pc:picChg>
        <pc:picChg chg="add del mod ord">
          <ac:chgData name="Alexandre Faizibaioff" userId="1a2b1144f16dfa46" providerId="LiveId" clId="{4442C3C6-7A55-489E-A594-E25B38C90F8B}" dt="2026-10-27T19:25:50.095" v="112"/>
          <ac:picMkLst>
            <pc:docMk/>
            <pc:sldMk cId="0" sldId="256"/>
            <ac:picMk id="58" creationId="{BAC0B476-4830-0BAE-F352-979E357D5DCE}"/>
          </ac:picMkLst>
        </pc:picChg>
        <pc:picChg chg="add del mod">
          <ac:chgData name="Alexandre Faizibaioff" userId="1a2b1144f16dfa46" providerId="LiveId" clId="{4442C3C6-7A55-489E-A594-E25B38C90F8B}" dt="2026-10-27T19:25:52.534" v="115"/>
          <ac:picMkLst>
            <pc:docMk/>
            <pc:sldMk cId="0" sldId="256"/>
            <ac:picMk id="59" creationId="{0F13A540-5078-CD9D-787E-3472560E8DA1}"/>
          </ac:picMkLst>
        </pc:picChg>
        <pc:picChg chg="add del mod ord">
          <ac:chgData name="Alexandre Faizibaioff" userId="1a2b1144f16dfa46" providerId="LiveId" clId="{4442C3C6-7A55-489E-A594-E25B38C90F8B}" dt="2026-10-27T19:26:19.097" v="116"/>
          <ac:picMkLst>
            <pc:docMk/>
            <pc:sldMk cId="0" sldId="256"/>
            <ac:picMk id="62" creationId="{9012E091-D4C8-A28B-B7D8-0EA5B968F3AB}"/>
          </ac:picMkLst>
        </pc:picChg>
        <pc:picChg chg="add del mod">
          <ac:chgData name="Alexandre Faizibaioff" userId="1a2b1144f16dfa46" providerId="LiveId" clId="{4442C3C6-7A55-489E-A594-E25B38C90F8B}" dt="2026-10-27T19:26:24.934" v="118"/>
          <ac:picMkLst>
            <pc:docMk/>
            <pc:sldMk cId="0" sldId="256"/>
            <ac:picMk id="63" creationId="{FD84B0F0-69E6-2F94-0C16-98FA6E288437}"/>
          </ac:picMkLst>
        </pc:picChg>
        <pc:picChg chg="add del mod ord">
          <ac:chgData name="Alexandre Faizibaioff" userId="1a2b1144f16dfa46" providerId="LiveId" clId="{4442C3C6-7A55-489E-A594-E25B38C90F8B}" dt="2026-10-27T19:27:04.226" v="119"/>
          <ac:picMkLst>
            <pc:docMk/>
            <pc:sldMk cId="0" sldId="256"/>
            <ac:picMk id="66" creationId="{DD8E2E69-60DF-07C1-7A53-BE84B04706B0}"/>
          </ac:picMkLst>
        </pc:picChg>
        <pc:picChg chg="add del mod">
          <ac:chgData name="Alexandre Faizibaioff" userId="1a2b1144f16dfa46" providerId="LiveId" clId="{4442C3C6-7A55-489E-A594-E25B38C90F8B}" dt="2026-10-27T19:31:12.119" v="121"/>
          <ac:picMkLst>
            <pc:docMk/>
            <pc:sldMk cId="0" sldId="256"/>
            <ac:picMk id="67" creationId="{E418476A-4CFE-FEDE-4254-97E29648E989}"/>
          </ac:picMkLst>
        </pc:picChg>
        <pc:picChg chg="add del mod">
          <ac:chgData name="Alexandre Faizibaioff" userId="1a2b1144f16dfa46" providerId="LiveId" clId="{4442C3C6-7A55-489E-A594-E25B38C90F8B}" dt="2026-10-27T19:33:05.149" v="126"/>
          <ac:picMkLst>
            <pc:docMk/>
            <pc:sldMk cId="0" sldId="256"/>
            <ac:picMk id="72" creationId="{24891C7C-B49B-8067-5AC6-51CB86C380CF}"/>
          </ac:picMkLst>
        </pc:picChg>
        <pc:picChg chg="add del mod ord">
          <ac:chgData name="Alexandre Faizibaioff" userId="1a2b1144f16dfa46" providerId="LiveId" clId="{4442C3C6-7A55-489E-A594-E25B38C90F8B}" dt="2026-10-27T19:35:45.483" v="130"/>
          <ac:picMkLst>
            <pc:docMk/>
            <pc:sldMk cId="0" sldId="256"/>
            <ac:picMk id="73" creationId="{3852124B-4633-1B43-0E3D-99DF5DE10837}"/>
          </ac:picMkLst>
        </pc:picChg>
        <pc:picChg chg="add del mod">
          <ac:chgData name="Alexandre Faizibaioff" userId="1a2b1144f16dfa46" providerId="LiveId" clId="{4442C3C6-7A55-489E-A594-E25B38C90F8B}" dt="2026-10-27T19:42:52.737" v="146"/>
          <ac:picMkLst>
            <pc:docMk/>
            <pc:sldMk cId="0" sldId="256"/>
            <ac:picMk id="74" creationId="{14E11F56-A117-D1E6-F57F-5E8073EA1260}"/>
          </ac:picMkLst>
        </pc:picChg>
      </pc:sldChg>
      <pc:sldChg chg="addSp delSp modSp mod modTransition modAnim">
        <pc:chgData name="Alexandre Faizibaioff" userId="1a2b1144f16dfa46" providerId="LiveId" clId="{4442C3C6-7A55-489E-A594-E25B38C90F8B}" dt="2026-10-28T14:45:16.960" v="197"/>
        <pc:sldMkLst>
          <pc:docMk/>
          <pc:sldMk cId="0" sldId="257"/>
        </pc:sldMkLst>
        <pc:spChg chg="mod">
          <ac:chgData name="Alexandre Faizibaioff" userId="1a2b1144f16dfa46" providerId="LiveId" clId="{4442C3C6-7A55-489E-A594-E25B38C90F8B}" dt="2026-10-23T19:44:40.150" v="0" actId="20577"/>
          <ac:spMkLst>
            <pc:docMk/>
            <pc:sldMk cId="0" sldId="257"/>
            <ac:spMk id="4" creationId="{00000000-0000-0000-0000-000000000000}"/>
          </ac:spMkLst>
        </pc:spChg>
        <pc:picChg chg="add del mod">
          <ac:chgData name="Alexandre Faizibaioff" userId="1a2b1144f16dfa46" providerId="LiveId" clId="{4442C3C6-7A55-489E-A594-E25B38C90F8B}" dt="2026-10-28T14:13:21.349" v="149"/>
          <ac:picMkLst>
            <pc:docMk/>
            <pc:sldMk cId="0" sldId="257"/>
            <ac:picMk id="22" creationId="{9B09DD91-6B0F-73C9-19CE-A1258E9FAAEA}"/>
          </ac:picMkLst>
        </pc:picChg>
        <pc:picChg chg="add del mod ord">
          <ac:chgData name="Alexandre Faizibaioff" userId="1a2b1144f16dfa46" providerId="LiveId" clId="{4442C3C6-7A55-489E-A594-E25B38C90F8B}" dt="2026-10-28T14:13:52.567" v="150"/>
          <ac:picMkLst>
            <pc:docMk/>
            <pc:sldMk cId="0" sldId="257"/>
            <ac:picMk id="26" creationId="{D68E5792-0062-3A63-4DFF-FF9FDB060FE0}"/>
          </ac:picMkLst>
        </pc:picChg>
        <pc:picChg chg="add del mod">
          <ac:chgData name="Alexandre Faizibaioff" userId="1a2b1144f16dfa46" providerId="LiveId" clId="{4442C3C6-7A55-489E-A594-E25B38C90F8B}" dt="2026-10-28T14:31:53.075" v="177"/>
          <ac:picMkLst>
            <pc:docMk/>
            <pc:sldMk cId="0" sldId="257"/>
            <ac:picMk id="27" creationId="{BBF292FF-32A6-69F1-AD87-98C6AE630939}"/>
          </ac:picMkLst>
        </pc:picChg>
        <pc:picChg chg="add del mod">
          <ac:chgData name="Alexandre Faizibaioff" userId="1a2b1144f16dfa46" providerId="LiveId" clId="{4442C3C6-7A55-489E-A594-E25B38C90F8B}" dt="2026-10-27T19:20:12.879" v="102"/>
          <ac:picMkLst>
            <pc:docMk/>
            <pc:sldMk cId="0" sldId="257"/>
            <ac:picMk id="39" creationId="{5BCC6CAD-2F34-B9D8-351A-A5634C1B1826}"/>
          </ac:picMkLst>
        </pc:picChg>
        <pc:picChg chg="add del mod ord">
          <ac:chgData name="Alexandre Faizibaioff" userId="1a2b1144f16dfa46" providerId="LiveId" clId="{4442C3C6-7A55-489E-A594-E25B38C90F8B}" dt="2026-10-28T14:32:24.367" v="178"/>
          <ac:picMkLst>
            <pc:docMk/>
            <pc:sldMk cId="0" sldId="257"/>
            <ac:picMk id="40" creationId="{6F6AF34C-451F-23F0-A63B-3D5A765417DF}"/>
          </ac:picMkLst>
        </pc:picChg>
        <pc:picChg chg="add del mod">
          <ac:chgData name="Alexandre Faizibaioff" userId="1a2b1144f16dfa46" providerId="LiveId" clId="{4442C3C6-7A55-489E-A594-E25B38C90F8B}" dt="2026-10-28T14:45:16.960" v="197"/>
          <ac:picMkLst>
            <pc:docMk/>
            <pc:sldMk cId="0" sldId="257"/>
            <ac:picMk id="41" creationId="{D9E1B6C5-AAE2-AED6-4184-1A7BEE7CEA4F}"/>
          </ac:picMkLst>
        </pc:picChg>
        <pc:picChg chg="add del mod">
          <ac:chgData name="Alexandre Faizibaioff" userId="1a2b1144f16dfa46" providerId="LiveId" clId="{4442C3C6-7A55-489E-A594-E25B38C90F8B}" dt="2026-10-27T19:24:04.882" v="104"/>
          <ac:picMkLst>
            <pc:docMk/>
            <pc:sldMk cId="0" sldId="257"/>
            <ac:picMk id="43" creationId="{84BA141B-4079-BE39-E890-DE4B7944211F}"/>
          </ac:picMkLst>
        </pc:picChg>
        <pc:picChg chg="add del mod">
          <ac:chgData name="Alexandre Faizibaioff" userId="1a2b1144f16dfa46" providerId="LiveId" clId="{4442C3C6-7A55-489E-A594-E25B38C90F8B}" dt="2026-10-27T19:31:12.119" v="121"/>
          <ac:picMkLst>
            <pc:docMk/>
            <pc:sldMk cId="0" sldId="257"/>
            <ac:picMk id="48" creationId="{1A12ED97-CC2B-D5B8-4C7E-5557CC310FAA}"/>
          </ac:picMkLst>
        </pc:picChg>
        <pc:picChg chg="add del mod">
          <ac:chgData name="Alexandre Faizibaioff" userId="1a2b1144f16dfa46" providerId="LiveId" clId="{4442C3C6-7A55-489E-A594-E25B38C90F8B}" dt="2026-10-27T19:33:05.149" v="126"/>
          <ac:picMkLst>
            <pc:docMk/>
            <pc:sldMk cId="0" sldId="257"/>
            <ac:picMk id="50" creationId="{06DE8858-9B41-AC33-261A-A3898F323D00}"/>
          </ac:picMkLst>
        </pc:picChg>
        <pc:picChg chg="add del mod ord">
          <ac:chgData name="Alexandre Faizibaioff" userId="1a2b1144f16dfa46" providerId="LiveId" clId="{4442C3C6-7A55-489E-A594-E25B38C90F8B}" dt="2026-10-27T19:35:45.483" v="130"/>
          <ac:picMkLst>
            <pc:docMk/>
            <pc:sldMk cId="0" sldId="257"/>
            <ac:picMk id="53" creationId="{AA5E521D-7697-7163-0D80-2B8C1773DB17}"/>
          </ac:picMkLst>
        </pc:picChg>
        <pc:picChg chg="add del mod">
          <ac:chgData name="Alexandre Faizibaioff" userId="1a2b1144f16dfa46" providerId="LiveId" clId="{4442C3C6-7A55-489E-A594-E25B38C90F8B}" dt="2026-10-27T19:42:52.737" v="146"/>
          <ac:picMkLst>
            <pc:docMk/>
            <pc:sldMk cId="0" sldId="257"/>
            <ac:picMk id="54" creationId="{BC184665-33F4-54FE-0A66-3316FD649922}"/>
          </ac:picMkLst>
        </pc:picChg>
      </pc:sldChg>
      <pc:sldChg chg="addSp delSp modSp mod modTransition modAnim">
        <pc:chgData name="Alexandre Faizibaioff" userId="1a2b1144f16dfa46" providerId="LiveId" clId="{4442C3C6-7A55-489E-A594-E25B38C90F8B}" dt="2026-10-28T14:45:16.960" v="197"/>
        <pc:sldMkLst>
          <pc:docMk/>
          <pc:sldMk cId="0" sldId="258"/>
        </pc:sldMkLst>
        <pc:picChg chg="add del mod">
          <ac:chgData name="Alexandre Faizibaioff" userId="1a2b1144f16dfa46" providerId="LiveId" clId="{4442C3C6-7A55-489E-A594-E25B38C90F8B}" dt="2026-10-28T14:26:54.274" v="165"/>
          <ac:picMkLst>
            <pc:docMk/>
            <pc:sldMk cId="0" sldId="258"/>
            <ac:picMk id="10" creationId="{6F72DF53-5EEA-0493-6A09-2565CB4CBC54}"/>
          </ac:picMkLst>
        </pc:picChg>
        <pc:picChg chg="add del mod ord">
          <ac:chgData name="Alexandre Faizibaioff" userId="1a2b1144f16dfa46" providerId="LiveId" clId="{4442C3C6-7A55-489E-A594-E25B38C90F8B}" dt="2026-10-28T14:27:08.320" v="166"/>
          <ac:picMkLst>
            <pc:docMk/>
            <pc:sldMk cId="0" sldId="258"/>
            <ac:picMk id="18" creationId="{4F4DC7C3-BBE9-EBCC-CD58-FD053234910F}"/>
          </ac:picMkLst>
        </pc:picChg>
        <pc:picChg chg="add del mod">
          <ac:chgData name="Alexandre Faizibaioff" userId="1a2b1144f16dfa46" providerId="LiveId" clId="{4442C3C6-7A55-489E-A594-E25B38C90F8B}" dt="2026-10-27T19:31:12.119" v="121"/>
          <ac:picMkLst>
            <pc:docMk/>
            <pc:sldMk cId="0" sldId="258"/>
            <ac:picMk id="18" creationId="{F15139B6-A8B3-9774-1890-BB00ABA291AD}"/>
          </ac:picMkLst>
        </pc:picChg>
        <pc:picChg chg="add del mod">
          <ac:chgData name="Alexandre Faizibaioff" userId="1a2b1144f16dfa46" providerId="LiveId" clId="{4442C3C6-7A55-489E-A594-E25B38C90F8B}" dt="2026-10-28T14:27:10.425" v="168"/>
          <ac:picMkLst>
            <pc:docMk/>
            <pc:sldMk cId="0" sldId="258"/>
            <ac:picMk id="19" creationId="{5E29E46A-F3FF-660E-4127-73DCF9B2CBEC}"/>
          </ac:picMkLst>
        </pc:picChg>
        <pc:picChg chg="add del mod">
          <ac:chgData name="Alexandre Faizibaioff" userId="1a2b1144f16dfa46" providerId="LiveId" clId="{4442C3C6-7A55-489E-A594-E25B38C90F8B}" dt="2026-10-27T19:42:52.737" v="146"/>
          <ac:picMkLst>
            <pc:docMk/>
            <pc:sldMk cId="0" sldId="258"/>
            <ac:picMk id="20" creationId="{EABB0987-F129-7A84-2A4B-5C4AA519AC57}"/>
          </ac:picMkLst>
        </pc:picChg>
        <pc:picChg chg="add del mod ord">
          <ac:chgData name="Alexandre Faizibaioff" userId="1a2b1144f16dfa46" providerId="LiveId" clId="{4442C3C6-7A55-489E-A594-E25B38C90F8B}" dt="2026-10-28T14:27:36.313" v="169"/>
          <ac:picMkLst>
            <pc:docMk/>
            <pc:sldMk cId="0" sldId="258"/>
            <ac:picMk id="22" creationId="{BD3625C0-5014-CAF9-557E-80492D797C62}"/>
          </ac:picMkLst>
        </pc:picChg>
        <pc:picChg chg="add del mod">
          <ac:chgData name="Alexandre Faizibaioff" userId="1a2b1144f16dfa46" providerId="LiveId" clId="{4442C3C6-7A55-489E-A594-E25B38C90F8B}" dt="2026-10-28T14:27:41.441" v="171"/>
          <ac:picMkLst>
            <pc:docMk/>
            <pc:sldMk cId="0" sldId="258"/>
            <ac:picMk id="23" creationId="{74C31626-4827-CF51-3A38-524B50CB10BE}"/>
          </ac:picMkLst>
        </pc:picChg>
        <pc:picChg chg="add del mod ord">
          <ac:chgData name="Alexandre Faizibaioff" userId="1a2b1144f16dfa46" providerId="LiveId" clId="{4442C3C6-7A55-489E-A594-E25B38C90F8B}" dt="2026-10-28T14:28:14.763" v="172"/>
          <ac:picMkLst>
            <pc:docMk/>
            <pc:sldMk cId="0" sldId="258"/>
            <ac:picMk id="27" creationId="{C5C8559C-7D3D-B42A-B48F-B44544B2FEFE}"/>
          </ac:picMkLst>
        </pc:picChg>
        <pc:picChg chg="add del mod">
          <ac:chgData name="Alexandre Faizibaioff" userId="1a2b1144f16dfa46" providerId="LiveId" clId="{4442C3C6-7A55-489E-A594-E25B38C90F8B}" dt="2026-10-28T14:28:17.830" v="174"/>
          <ac:picMkLst>
            <pc:docMk/>
            <pc:sldMk cId="0" sldId="258"/>
            <ac:picMk id="28" creationId="{B0CE9EF5-706B-0FA6-A1D1-54DCB3ACB763}"/>
          </ac:picMkLst>
        </pc:picChg>
        <pc:picChg chg="add del mod ord">
          <ac:chgData name="Alexandre Faizibaioff" userId="1a2b1144f16dfa46" providerId="LiveId" clId="{4442C3C6-7A55-489E-A594-E25B38C90F8B}" dt="2026-10-28T14:28:49.426" v="175"/>
          <ac:picMkLst>
            <pc:docMk/>
            <pc:sldMk cId="0" sldId="258"/>
            <ac:picMk id="31" creationId="{E5F57FC7-9398-EE3F-FAEF-F49A6BAE3D36}"/>
          </ac:picMkLst>
        </pc:picChg>
        <pc:picChg chg="add del mod">
          <ac:chgData name="Alexandre Faizibaioff" userId="1a2b1144f16dfa46" providerId="LiveId" clId="{4442C3C6-7A55-489E-A594-E25B38C90F8B}" dt="2026-10-28T14:45:16.960" v="197"/>
          <ac:picMkLst>
            <pc:docMk/>
            <pc:sldMk cId="0" sldId="258"/>
            <ac:picMk id="32" creationId="{01C43B3E-857F-1776-8778-9E4A8C4FA823}"/>
          </ac:picMkLst>
        </pc:picChg>
      </pc:sldChg>
      <pc:sldChg chg="addSp delSp modSp mod modTransition modAnim">
        <pc:chgData name="Alexandre Faizibaioff" userId="1a2b1144f16dfa46" providerId="LiveId" clId="{4442C3C6-7A55-489E-A594-E25B38C90F8B}" dt="2026-10-28T14:45:16.960" v="197"/>
        <pc:sldMkLst>
          <pc:docMk/>
          <pc:sldMk cId="0" sldId="259"/>
        </pc:sldMkLst>
        <pc:picChg chg="add del mod">
          <ac:chgData name="Alexandre Faizibaioff" userId="1a2b1144f16dfa46" providerId="LiveId" clId="{4442C3C6-7A55-489E-A594-E25B38C90F8B}" dt="2026-10-28T14:35:08.057" v="180"/>
          <ac:picMkLst>
            <pc:docMk/>
            <pc:sldMk cId="0" sldId="259"/>
            <ac:picMk id="9" creationId="{D1FD474E-7133-6C20-B638-620D380580CA}"/>
          </ac:picMkLst>
        </pc:picChg>
        <pc:picChg chg="add del mod">
          <ac:chgData name="Alexandre Faizibaioff" userId="1a2b1144f16dfa46" providerId="LiveId" clId="{4442C3C6-7A55-489E-A594-E25B38C90F8B}" dt="2026-10-27T19:31:12.119" v="121"/>
          <ac:picMkLst>
            <pc:docMk/>
            <pc:sldMk cId="0" sldId="259"/>
            <ac:picMk id="14" creationId="{19562263-7635-C000-AB81-558BDDB29838}"/>
          </ac:picMkLst>
        </pc:picChg>
        <pc:picChg chg="add del mod ord">
          <ac:chgData name="Alexandre Faizibaioff" userId="1a2b1144f16dfa46" providerId="LiveId" clId="{4442C3C6-7A55-489E-A594-E25B38C90F8B}" dt="2026-10-28T14:35:19.016" v="181"/>
          <ac:picMkLst>
            <pc:docMk/>
            <pc:sldMk cId="0" sldId="259"/>
            <ac:picMk id="16" creationId="{D3C464E2-3F10-F27B-B9A2-CC2033B8FD86}"/>
          </ac:picMkLst>
        </pc:picChg>
        <pc:picChg chg="add del mod">
          <ac:chgData name="Alexandre Faizibaioff" userId="1a2b1144f16dfa46" providerId="LiveId" clId="{4442C3C6-7A55-489E-A594-E25B38C90F8B}" dt="2026-10-28T14:35:21.194" v="183"/>
          <ac:picMkLst>
            <pc:docMk/>
            <pc:sldMk cId="0" sldId="259"/>
            <ac:picMk id="17" creationId="{3FA196F1-1B15-BD1C-633F-60A3124F35B0}"/>
          </ac:picMkLst>
        </pc:picChg>
        <pc:picChg chg="add del mod">
          <ac:chgData name="Alexandre Faizibaioff" userId="1a2b1144f16dfa46" providerId="LiveId" clId="{4442C3C6-7A55-489E-A594-E25B38C90F8B}" dt="2026-10-27T19:42:52.737" v="146"/>
          <ac:picMkLst>
            <pc:docMk/>
            <pc:sldMk cId="0" sldId="259"/>
            <ac:picMk id="18" creationId="{0CE5939F-5A2D-42C9-0948-8F8CAF0649AE}"/>
          </ac:picMkLst>
        </pc:picChg>
        <pc:picChg chg="add del mod ord">
          <ac:chgData name="Alexandre Faizibaioff" userId="1a2b1144f16dfa46" providerId="LiveId" clId="{4442C3C6-7A55-489E-A594-E25B38C90F8B}" dt="2026-10-28T14:35:52.182" v="184"/>
          <ac:picMkLst>
            <pc:docMk/>
            <pc:sldMk cId="0" sldId="259"/>
            <ac:picMk id="20" creationId="{BDBB2239-E62C-CED3-7408-2FF4F8E3B56E}"/>
          </ac:picMkLst>
        </pc:picChg>
        <pc:picChg chg="add del mod">
          <ac:chgData name="Alexandre Faizibaioff" userId="1a2b1144f16dfa46" providerId="LiveId" clId="{4442C3C6-7A55-489E-A594-E25B38C90F8B}" dt="2026-10-28T14:45:16.960" v="197"/>
          <ac:picMkLst>
            <pc:docMk/>
            <pc:sldMk cId="0" sldId="259"/>
            <ac:picMk id="21" creationId="{1B5D8C0D-BDB7-0110-981D-2F557B71B9E3}"/>
          </ac:picMkLst>
        </pc:picChg>
      </pc:sldChg>
      <pc:sldChg chg="addSp delSp modSp mod modTransition modAnim modNotesTx">
        <pc:chgData name="Alexandre Faizibaioff" userId="1a2b1144f16dfa46" providerId="LiveId" clId="{4442C3C6-7A55-489E-A594-E25B38C90F8B}" dt="2026-10-28T14:45:16.960" v="197"/>
        <pc:sldMkLst>
          <pc:docMk/>
          <pc:sldMk cId="0" sldId="260"/>
        </pc:sldMkLst>
        <pc:spChg chg="mod">
          <ac:chgData name="Alexandre Faizibaioff" userId="1a2b1144f16dfa46" providerId="LiveId" clId="{4442C3C6-7A55-489E-A594-E25B38C90F8B}" dt="2026-10-23T19:46:54.994" v="4" actId="20577"/>
          <ac:spMkLst>
            <pc:docMk/>
            <pc:sldMk cId="0" sldId="260"/>
            <ac:spMk id="7" creationId="{00000000-0000-0000-0000-000000000000}"/>
          </ac:spMkLst>
        </pc:spChg>
        <pc:picChg chg="add del mod">
          <ac:chgData name="Alexandre Faizibaioff" userId="1a2b1144f16dfa46" providerId="LiveId" clId="{4442C3C6-7A55-489E-A594-E25B38C90F8B}" dt="2026-10-28T14:22:24.384" v="153"/>
          <ac:picMkLst>
            <pc:docMk/>
            <pc:sldMk cId="0" sldId="260"/>
            <ac:picMk id="11" creationId="{D30E2AAD-AB8E-896D-08BA-2EB74E375AAD}"/>
          </ac:picMkLst>
        </pc:picChg>
        <pc:picChg chg="add del mod">
          <ac:chgData name="Alexandre Faizibaioff" userId="1a2b1144f16dfa46" providerId="LiveId" clId="{4442C3C6-7A55-489E-A594-E25B38C90F8B}" dt="2026-10-27T19:35:48.292" v="132"/>
          <ac:picMkLst>
            <pc:docMk/>
            <pc:sldMk cId="0" sldId="260"/>
            <ac:picMk id="14" creationId="{7A2CBE98-211E-E7C1-266B-37FC86FF9C0E}"/>
          </ac:picMkLst>
        </pc:picChg>
        <pc:picChg chg="add del mod ord">
          <ac:chgData name="Alexandre Faizibaioff" userId="1a2b1144f16dfa46" providerId="LiveId" clId="{4442C3C6-7A55-489E-A594-E25B38C90F8B}" dt="2026-10-28T14:22:30.079" v="154"/>
          <ac:picMkLst>
            <pc:docMk/>
            <pc:sldMk cId="0" sldId="260"/>
            <ac:picMk id="15" creationId="{D31BC9A8-6ED0-A01F-C400-93393A446CBE}"/>
          </ac:picMkLst>
        </pc:picChg>
        <pc:picChg chg="add del mod">
          <ac:chgData name="Alexandre Faizibaioff" userId="1a2b1144f16dfa46" providerId="LiveId" clId="{4442C3C6-7A55-489E-A594-E25B38C90F8B}" dt="2026-10-28T14:22:33.233" v="156"/>
          <ac:picMkLst>
            <pc:docMk/>
            <pc:sldMk cId="0" sldId="260"/>
            <ac:picMk id="16" creationId="{BD21AAAD-0386-67D3-0038-4D96B7657937}"/>
          </ac:picMkLst>
        </pc:picChg>
        <pc:picChg chg="add del mod ord">
          <ac:chgData name="Alexandre Faizibaioff" userId="1a2b1144f16dfa46" providerId="LiveId" clId="{4442C3C6-7A55-489E-A594-E25B38C90F8B}" dt="2026-10-27T19:36:04.481" v="133"/>
          <ac:picMkLst>
            <pc:docMk/>
            <pc:sldMk cId="0" sldId="260"/>
            <ac:picMk id="17" creationId="{C4AACD2E-A8A3-9910-6C59-0512CF79E4D8}"/>
          </ac:picMkLst>
        </pc:picChg>
        <pc:picChg chg="add del mod">
          <ac:chgData name="Alexandre Faizibaioff" userId="1a2b1144f16dfa46" providerId="LiveId" clId="{4442C3C6-7A55-489E-A594-E25B38C90F8B}" dt="2026-10-27T19:36:06.746" v="135"/>
          <ac:picMkLst>
            <pc:docMk/>
            <pc:sldMk cId="0" sldId="260"/>
            <ac:picMk id="18" creationId="{400D3B3E-8F5C-465F-247D-29A0DA13F8EE}"/>
          </ac:picMkLst>
        </pc:picChg>
        <pc:picChg chg="add del mod ord">
          <ac:chgData name="Alexandre Faizibaioff" userId="1a2b1144f16dfa46" providerId="LiveId" clId="{4442C3C6-7A55-489E-A594-E25B38C90F8B}" dt="2026-10-28T14:22:57.701" v="157"/>
          <ac:picMkLst>
            <pc:docMk/>
            <pc:sldMk cId="0" sldId="260"/>
            <ac:picMk id="19" creationId="{388D2221-4A5C-ED08-5A3F-3BC60B4D9B53}"/>
          </ac:picMkLst>
        </pc:picChg>
        <pc:picChg chg="add del mod">
          <ac:chgData name="Alexandre Faizibaioff" userId="1a2b1144f16dfa46" providerId="LiveId" clId="{4442C3C6-7A55-489E-A594-E25B38C90F8B}" dt="2026-10-28T14:23:01.015" v="159"/>
          <ac:picMkLst>
            <pc:docMk/>
            <pc:sldMk cId="0" sldId="260"/>
            <ac:picMk id="20" creationId="{A309C62C-E7F4-A75F-EB70-9E7289D405F7}"/>
          </ac:picMkLst>
        </pc:picChg>
        <pc:picChg chg="add del mod ord">
          <ac:chgData name="Alexandre Faizibaioff" userId="1a2b1144f16dfa46" providerId="LiveId" clId="{4442C3C6-7A55-489E-A594-E25B38C90F8B}" dt="2026-10-27T19:36:17.923" v="136"/>
          <ac:picMkLst>
            <pc:docMk/>
            <pc:sldMk cId="0" sldId="260"/>
            <ac:picMk id="21" creationId="{34865ABA-950F-6B6C-00DF-1AFE3E969383}"/>
          </ac:picMkLst>
        </pc:picChg>
        <pc:picChg chg="add del mod">
          <ac:chgData name="Alexandre Faizibaioff" userId="1a2b1144f16dfa46" providerId="LiveId" clId="{4442C3C6-7A55-489E-A594-E25B38C90F8B}" dt="2026-10-27T19:36:19.833" v="138"/>
          <ac:picMkLst>
            <pc:docMk/>
            <pc:sldMk cId="0" sldId="260"/>
            <ac:picMk id="22" creationId="{A53110B2-A27D-1229-C6EF-0907BEB5CDBB}"/>
          </ac:picMkLst>
        </pc:picChg>
        <pc:picChg chg="add del mod ord">
          <ac:chgData name="Alexandre Faizibaioff" userId="1a2b1144f16dfa46" providerId="LiveId" clId="{4442C3C6-7A55-489E-A594-E25B38C90F8B}" dt="2026-10-28T14:23:25.587" v="160"/>
          <ac:picMkLst>
            <pc:docMk/>
            <pc:sldMk cId="0" sldId="260"/>
            <ac:picMk id="23" creationId="{E828CEC1-8B3A-B868-FD11-3AEF730E7152}"/>
          </ac:picMkLst>
        </pc:picChg>
        <pc:picChg chg="add del mod">
          <ac:chgData name="Alexandre Faizibaioff" userId="1a2b1144f16dfa46" providerId="LiveId" clId="{4442C3C6-7A55-489E-A594-E25B38C90F8B}" dt="2026-10-28T14:45:16.960" v="197"/>
          <ac:picMkLst>
            <pc:docMk/>
            <pc:sldMk cId="0" sldId="260"/>
            <ac:picMk id="24" creationId="{0B2AAD09-0AE6-1A68-3FFE-6730855C3603}"/>
          </ac:picMkLst>
        </pc:picChg>
        <pc:picChg chg="add del mod ord">
          <ac:chgData name="Alexandre Faizibaioff" userId="1a2b1144f16dfa46" providerId="LiveId" clId="{4442C3C6-7A55-489E-A594-E25B38C90F8B}" dt="2026-10-27T19:36:31.275" v="139"/>
          <ac:picMkLst>
            <pc:docMk/>
            <pc:sldMk cId="0" sldId="260"/>
            <ac:picMk id="26" creationId="{33D409E0-DCEC-52C5-21C3-C32C2492DC42}"/>
          </ac:picMkLst>
        </pc:picChg>
        <pc:picChg chg="add del mod">
          <ac:chgData name="Alexandre Faizibaioff" userId="1a2b1144f16dfa46" providerId="LiveId" clId="{4442C3C6-7A55-489E-A594-E25B38C90F8B}" dt="2026-10-27T19:36:34.344" v="141"/>
          <ac:picMkLst>
            <pc:docMk/>
            <pc:sldMk cId="0" sldId="260"/>
            <ac:picMk id="27" creationId="{4F40FAA3-8273-7029-F55B-E9CF8C5FFA76}"/>
          </ac:picMkLst>
        </pc:picChg>
        <pc:picChg chg="add del mod ord">
          <ac:chgData name="Alexandre Faizibaioff" userId="1a2b1144f16dfa46" providerId="LiveId" clId="{4442C3C6-7A55-489E-A594-E25B38C90F8B}" dt="2026-10-27T19:36:57.780" v="142"/>
          <ac:picMkLst>
            <pc:docMk/>
            <pc:sldMk cId="0" sldId="260"/>
            <ac:picMk id="30" creationId="{74A77795-130C-DC90-F999-8DFDBA855D74}"/>
          </ac:picMkLst>
        </pc:picChg>
        <pc:picChg chg="add del mod">
          <ac:chgData name="Alexandre Faizibaioff" userId="1a2b1144f16dfa46" providerId="LiveId" clId="{4442C3C6-7A55-489E-A594-E25B38C90F8B}" dt="2026-10-27T19:37:12.571" v="144"/>
          <ac:picMkLst>
            <pc:docMk/>
            <pc:sldMk cId="0" sldId="260"/>
            <ac:picMk id="31" creationId="{B950C311-7DAF-9C98-E4F0-45E92C349575}"/>
          </ac:picMkLst>
        </pc:picChg>
        <pc:picChg chg="add del mod ord">
          <ac:chgData name="Alexandre Faizibaioff" userId="1a2b1144f16dfa46" providerId="LiveId" clId="{4442C3C6-7A55-489E-A594-E25B38C90F8B}" dt="2026-10-27T19:37:37.950" v="145"/>
          <ac:picMkLst>
            <pc:docMk/>
            <pc:sldMk cId="0" sldId="260"/>
            <ac:picMk id="34" creationId="{41F294CB-1C37-315D-1AE3-2BAE6066939D}"/>
          </ac:picMkLst>
        </pc:picChg>
        <pc:picChg chg="add del mod">
          <ac:chgData name="Alexandre Faizibaioff" userId="1a2b1144f16dfa46" providerId="LiveId" clId="{4442C3C6-7A55-489E-A594-E25B38C90F8B}" dt="2026-10-27T19:42:52.737" v="146"/>
          <ac:picMkLst>
            <pc:docMk/>
            <pc:sldMk cId="0" sldId="260"/>
            <ac:picMk id="35" creationId="{E28EC566-BDB4-5E20-197A-BB5F7AC9344C}"/>
          </ac:picMkLst>
        </pc:picChg>
      </pc:sldChg>
      <pc:sldChg chg="addSp delSp modSp modTransition modAnim">
        <pc:chgData name="Alexandre Faizibaioff" userId="1a2b1144f16dfa46" providerId="LiveId" clId="{4442C3C6-7A55-489E-A594-E25B38C90F8B}" dt="2026-10-28T14:45:16.960" v="197"/>
        <pc:sldMkLst>
          <pc:docMk/>
          <pc:sldMk cId="0" sldId="261"/>
        </pc:sldMkLst>
        <pc:picChg chg="add del mod">
          <ac:chgData name="Alexandre Faizibaioff" userId="1a2b1144f16dfa46" providerId="LiveId" clId="{4442C3C6-7A55-489E-A594-E25B38C90F8B}" dt="2026-10-28T14:45:16.960" v="197"/>
          <ac:picMkLst>
            <pc:docMk/>
            <pc:sldMk cId="0" sldId="261"/>
            <ac:picMk id="8" creationId="{86CFCED6-C1AC-F69D-4062-85B826AB7A5E}"/>
          </ac:picMkLst>
        </pc:picChg>
      </pc:sldChg>
      <pc:sldChg chg="addSp delSp modSp mod modTransition modAnim">
        <pc:chgData name="Alexandre Faizibaioff" userId="1a2b1144f16dfa46" providerId="LiveId" clId="{4442C3C6-7A55-489E-A594-E25B38C90F8B}" dt="2026-10-28T14:45:16.960" v="197"/>
        <pc:sldMkLst>
          <pc:docMk/>
          <pc:sldMk cId="0" sldId="262"/>
        </pc:sldMkLst>
        <pc:spChg chg="mod">
          <ac:chgData name="Alexandre Faizibaioff" userId="1a2b1144f16dfa46" providerId="LiveId" clId="{4442C3C6-7A55-489E-A594-E25B38C90F8B}" dt="2026-10-27T15:47:23.975" v="76" actId="20577"/>
          <ac:spMkLst>
            <pc:docMk/>
            <pc:sldMk cId="0" sldId="262"/>
            <ac:spMk id="5" creationId="{00000000-0000-0000-0000-000000000000}"/>
          </ac:spMkLst>
        </pc:spChg>
        <pc:picChg chg="add del mod">
          <ac:chgData name="Alexandre Faizibaioff" userId="1a2b1144f16dfa46" providerId="LiveId" clId="{4442C3C6-7A55-489E-A594-E25B38C90F8B}" dt="2026-10-28T14:45:16.960" v="197"/>
          <ac:picMkLst>
            <pc:docMk/>
            <pc:sldMk cId="0" sldId="262"/>
            <ac:picMk id="7" creationId="{F9FB25A3-F6A7-40BD-AEB3-EFD7D5020C87}"/>
          </ac:picMkLst>
        </pc:picChg>
      </pc:sldChg>
      <pc:sldChg chg="addSp delSp modSp mod modTransition modAnim">
        <pc:chgData name="Alexandre Faizibaioff" userId="1a2b1144f16dfa46" providerId="LiveId" clId="{4442C3C6-7A55-489E-A594-E25B38C90F8B}" dt="2026-10-28T14:45:16.960" v="197"/>
        <pc:sldMkLst>
          <pc:docMk/>
          <pc:sldMk cId="0" sldId="263"/>
        </pc:sldMkLst>
        <pc:picChg chg="add del mod">
          <ac:chgData name="Alexandre Faizibaioff" userId="1a2b1144f16dfa46" providerId="LiveId" clId="{4442C3C6-7A55-489E-A594-E25B38C90F8B}" dt="2026-10-28T14:23:53.524" v="162"/>
          <ac:picMkLst>
            <pc:docMk/>
            <pc:sldMk cId="0" sldId="263"/>
            <ac:picMk id="10" creationId="{52496549-2451-13EA-FA88-8E36F760BF71}"/>
          </ac:picMkLst>
        </pc:picChg>
        <pc:picChg chg="add del mod ord">
          <ac:chgData name="Alexandre Faizibaioff" userId="1a2b1144f16dfa46" providerId="LiveId" clId="{4442C3C6-7A55-489E-A594-E25B38C90F8B}" dt="2026-10-28T14:24:14.060" v="163"/>
          <ac:picMkLst>
            <pc:docMk/>
            <pc:sldMk cId="0" sldId="263"/>
            <ac:picMk id="15" creationId="{1C9845B0-AF77-58FD-5B79-CE640A61227C}"/>
          </ac:picMkLst>
        </pc:picChg>
        <pc:picChg chg="add del mod">
          <ac:chgData name="Alexandre Faizibaioff" userId="1a2b1144f16dfa46" providerId="LiveId" clId="{4442C3C6-7A55-489E-A594-E25B38C90F8B}" dt="2026-10-28T14:45:16.960" v="197"/>
          <ac:picMkLst>
            <pc:docMk/>
            <pc:sldMk cId="0" sldId="263"/>
            <ac:picMk id="16" creationId="{EED5F070-ACE9-6CA8-457F-028BA77BD466}"/>
          </ac:picMkLst>
        </pc:picChg>
      </pc:sldChg>
      <pc:sldChg chg="addSp delSp modSp mod modTransition modAnim">
        <pc:chgData name="Alexandre Faizibaioff" userId="1a2b1144f16dfa46" providerId="LiveId" clId="{4442C3C6-7A55-489E-A594-E25B38C90F8B}" dt="2026-10-28T14:45:16.960" v="197"/>
        <pc:sldMkLst>
          <pc:docMk/>
          <pc:sldMk cId="0" sldId="264"/>
        </pc:sldMkLst>
        <pc:spChg chg="mod">
          <ac:chgData name="Alexandre Faizibaioff" userId="1a2b1144f16dfa46" providerId="LiveId" clId="{4442C3C6-7A55-489E-A594-E25B38C90F8B}" dt="2026-10-23T19:49:40.581" v="9" actId="20577"/>
          <ac:spMkLst>
            <pc:docMk/>
            <pc:sldMk cId="0" sldId="264"/>
            <ac:spMk id="14" creationId="{00000000-0000-0000-0000-000000000000}"/>
          </ac:spMkLst>
        </pc:spChg>
        <pc:picChg chg="add del mod">
          <ac:chgData name="Alexandre Faizibaioff" userId="1a2b1144f16dfa46" providerId="LiveId" clId="{4442C3C6-7A55-489E-A594-E25B38C90F8B}" dt="2026-10-28T14:38:46.416" v="186"/>
          <ac:picMkLst>
            <pc:docMk/>
            <pc:sldMk cId="0" sldId="264"/>
            <ac:picMk id="17" creationId="{0589119A-07C3-7CD1-576C-8459ACAA87A4}"/>
          </ac:picMkLst>
        </pc:picChg>
        <pc:picChg chg="add del mod ord">
          <ac:chgData name="Alexandre Faizibaioff" userId="1a2b1144f16dfa46" providerId="LiveId" clId="{4442C3C6-7A55-489E-A594-E25B38C90F8B}" dt="2026-10-28T14:39:14.754" v="187"/>
          <ac:picMkLst>
            <pc:docMk/>
            <pc:sldMk cId="0" sldId="264"/>
            <ac:picMk id="23" creationId="{C2025B6F-51F3-FFF3-8B4D-EE8C70A547DB}"/>
          </ac:picMkLst>
        </pc:picChg>
        <pc:picChg chg="add del mod">
          <ac:chgData name="Alexandre Faizibaioff" userId="1a2b1144f16dfa46" providerId="LiveId" clId="{4442C3C6-7A55-489E-A594-E25B38C90F8B}" dt="2026-10-28T14:39:18.659" v="189"/>
          <ac:picMkLst>
            <pc:docMk/>
            <pc:sldMk cId="0" sldId="264"/>
            <ac:picMk id="24" creationId="{D7FA1898-8738-D45C-B48F-CE12FDEF1EF3}"/>
          </ac:picMkLst>
        </pc:picChg>
        <pc:picChg chg="add del mod ord">
          <ac:chgData name="Alexandre Faizibaioff" userId="1a2b1144f16dfa46" providerId="LiveId" clId="{4442C3C6-7A55-489E-A594-E25B38C90F8B}" dt="2026-10-28T14:39:58.309" v="190"/>
          <ac:picMkLst>
            <pc:docMk/>
            <pc:sldMk cId="0" sldId="264"/>
            <ac:picMk id="28" creationId="{B8B2E9D2-0B11-2F46-CBCB-83925BEEF480}"/>
          </ac:picMkLst>
        </pc:picChg>
        <pc:picChg chg="add del mod">
          <ac:chgData name="Alexandre Faizibaioff" userId="1a2b1144f16dfa46" providerId="LiveId" clId="{4442C3C6-7A55-489E-A594-E25B38C90F8B}" dt="2026-10-28T14:45:16.960" v="197"/>
          <ac:picMkLst>
            <pc:docMk/>
            <pc:sldMk cId="0" sldId="264"/>
            <ac:picMk id="29" creationId="{336E07EB-1B5F-F15C-944F-F212EE842192}"/>
          </ac:picMkLst>
        </pc:picChg>
      </pc:sldChg>
      <pc:sldChg chg="addSp delSp modSp mod modTransition modAnim">
        <pc:chgData name="Alexandre Faizibaioff" userId="1a2b1144f16dfa46" providerId="LiveId" clId="{4442C3C6-7A55-489E-A594-E25B38C90F8B}" dt="2026-10-28T14:45:16.960" v="197"/>
        <pc:sldMkLst>
          <pc:docMk/>
          <pc:sldMk cId="0" sldId="265"/>
        </pc:sldMkLst>
        <pc:picChg chg="add del mod">
          <ac:chgData name="Alexandre Faizibaioff" userId="1a2b1144f16dfa46" providerId="LiveId" clId="{4442C3C6-7A55-489E-A594-E25B38C90F8B}" dt="2026-10-28T14:41:27.490" v="192"/>
          <ac:picMkLst>
            <pc:docMk/>
            <pc:sldMk cId="0" sldId="265"/>
            <ac:picMk id="19" creationId="{E3793054-16C3-9310-4EE6-406F443CF9FA}"/>
          </ac:picMkLst>
        </pc:picChg>
        <pc:picChg chg="add del mod ord">
          <ac:chgData name="Alexandre Faizibaioff" userId="1a2b1144f16dfa46" providerId="LiveId" clId="{4442C3C6-7A55-489E-A594-E25B38C90F8B}" dt="2026-10-28T14:41:53.537" v="193"/>
          <ac:picMkLst>
            <pc:docMk/>
            <pc:sldMk cId="0" sldId="265"/>
            <ac:picMk id="28" creationId="{EBAE396C-D155-3170-07D8-F2C605B883E5}"/>
          </ac:picMkLst>
        </pc:picChg>
        <pc:picChg chg="add del mod">
          <ac:chgData name="Alexandre Faizibaioff" userId="1a2b1144f16dfa46" providerId="LiveId" clId="{4442C3C6-7A55-489E-A594-E25B38C90F8B}" dt="2026-10-28T14:41:58.222" v="195"/>
          <ac:picMkLst>
            <pc:docMk/>
            <pc:sldMk cId="0" sldId="265"/>
            <ac:picMk id="29" creationId="{C7175D70-F2BC-B0C5-F5D2-2357E0DA4E4C}"/>
          </ac:picMkLst>
        </pc:picChg>
        <pc:picChg chg="add del mod ord">
          <ac:chgData name="Alexandre Faizibaioff" userId="1a2b1144f16dfa46" providerId="LiveId" clId="{4442C3C6-7A55-489E-A594-E25B38C90F8B}" dt="2026-10-28T14:42:30.095" v="196"/>
          <ac:picMkLst>
            <pc:docMk/>
            <pc:sldMk cId="0" sldId="265"/>
            <ac:picMk id="32" creationId="{6202ECAE-ACC0-600A-7A15-A5AFE7F849B9}"/>
          </ac:picMkLst>
        </pc:picChg>
        <pc:picChg chg="add del mod">
          <ac:chgData name="Alexandre Faizibaioff" userId="1a2b1144f16dfa46" providerId="LiveId" clId="{4442C3C6-7A55-489E-A594-E25B38C90F8B}" dt="2026-10-28T14:45:16.960" v="197"/>
          <ac:picMkLst>
            <pc:docMk/>
            <pc:sldMk cId="0" sldId="265"/>
            <ac:picMk id="33" creationId="{ACE2D7C9-D846-429E-81C7-3CB50483F086}"/>
          </ac:picMkLst>
        </pc:picChg>
      </pc:sldChg>
      <pc:sldChg chg="addSp delSp modSp mod modTransition modAnim">
        <pc:chgData name="Alexandre Faizibaioff" userId="1a2b1144f16dfa46" providerId="LiveId" clId="{4442C3C6-7A55-489E-A594-E25B38C90F8B}" dt="2026-10-28T14:45:16.960" v="197"/>
        <pc:sldMkLst>
          <pc:docMk/>
          <pc:sldMk cId="0" sldId="266"/>
        </pc:sldMkLst>
        <pc:spChg chg="mod">
          <ac:chgData name="Alexandre Faizibaioff" userId="1a2b1144f16dfa46" providerId="LiveId" clId="{4442C3C6-7A55-489E-A594-E25B38C90F8B}" dt="2026-10-27T15:49:47.975" v="77" actId="20577"/>
          <ac:spMkLst>
            <pc:docMk/>
            <pc:sldMk cId="0" sldId="266"/>
            <ac:spMk id="23" creationId="{00000000-0000-0000-0000-000000000000}"/>
          </ac:spMkLst>
        </pc:spChg>
        <pc:picChg chg="add del mod">
          <ac:chgData name="Alexandre Faizibaioff" userId="1a2b1144f16dfa46" providerId="LiveId" clId="{4442C3C6-7A55-489E-A594-E25B38C90F8B}" dt="2026-10-28T14:45:16.960" v="197"/>
          <ac:picMkLst>
            <pc:docMk/>
            <pc:sldMk cId="0" sldId="266"/>
            <ac:picMk id="26" creationId="{A05DA78D-2B09-5007-F1E4-29F0FE54B7FF}"/>
          </ac:picMkLst>
        </pc:picChg>
      </pc:sldChg>
      <pc:sldChg chg="addSp delSp modSp add mod modTransition modAnim">
        <pc:chgData name="Alexandre Faizibaioff" userId="1a2b1144f16dfa46" providerId="LiveId" clId="{4442C3C6-7A55-489E-A594-E25B38C90F8B}" dt="2026-10-28T14:45:16.960" v="197"/>
        <pc:sldMkLst>
          <pc:docMk/>
          <pc:sldMk cId="179371897" sldId="268"/>
        </pc:sldMkLst>
        <pc:spChg chg="mod">
          <ac:chgData name="Alexandre Faizibaioff" userId="1a2b1144f16dfa46" providerId="LiveId" clId="{4442C3C6-7A55-489E-A594-E25B38C90F8B}" dt="2026-10-27T15:52:48.476" v="78" actId="20577"/>
          <ac:spMkLst>
            <pc:docMk/>
            <pc:sldMk cId="179371897" sldId="268"/>
            <ac:spMk id="2" creationId="{00000000-0000-0000-0000-000000000000}"/>
          </ac:spMkLst>
        </pc:spChg>
        <pc:picChg chg="add del mod">
          <ac:chgData name="Alexandre Faizibaioff" userId="1a2b1144f16dfa46" providerId="LiveId" clId="{4442C3C6-7A55-489E-A594-E25B38C90F8B}" dt="2026-10-28T14:45:16.960" v="197"/>
          <ac:picMkLst>
            <pc:docMk/>
            <pc:sldMk cId="179371897" sldId="268"/>
            <ac:picMk id="10" creationId="{F1D64009-6A82-C99C-C078-5C21D1E2F36E}"/>
          </ac:picMkLst>
        </pc:picChg>
        <pc:picChg chg="add del mod">
          <ac:chgData name="Alexandre Faizibaioff" userId="1a2b1144f16dfa46" providerId="LiveId" clId="{4442C3C6-7A55-489E-A594-E25B38C90F8B}" dt="2026-10-27T19:03:32.827" v="87"/>
          <ac:picMkLst>
            <pc:docMk/>
            <pc:sldMk cId="179371897" sldId="268"/>
            <ac:picMk id="22" creationId="{3C7BF227-A4A4-C53B-2440-13F98FDDEC4E}"/>
          </ac:picMkLst>
        </pc:picChg>
        <pc:picChg chg="add del mod ord">
          <ac:chgData name="Alexandre Faizibaioff" userId="1a2b1144f16dfa46" providerId="LiveId" clId="{4442C3C6-7A55-489E-A594-E25B38C90F8B}" dt="2026-10-27T19:03:46.121" v="88"/>
          <ac:picMkLst>
            <pc:docMk/>
            <pc:sldMk cId="179371897" sldId="268"/>
            <ac:picMk id="26" creationId="{D7E6409C-7D0B-FF47-F150-40DA83723A6B}"/>
          </ac:picMkLst>
        </pc:picChg>
        <pc:picChg chg="add del mod">
          <ac:chgData name="Alexandre Faizibaioff" userId="1a2b1144f16dfa46" providerId="LiveId" clId="{4442C3C6-7A55-489E-A594-E25B38C90F8B}" dt="2026-10-27T19:05:23.696" v="90"/>
          <ac:picMkLst>
            <pc:docMk/>
            <pc:sldMk cId="179371897" sldId="268"/>
            <ac:picMk id="27" creationId="{1C9A7634-052F-2FAB-22A4-D9996C54D6BD}"/>
          </ac:picMkLst>
        </pc:picChg>
        <pc:picChg chg="add del mod ord">
          <ac:chgData name="Alexandre Faizibaioff" userId="1a2b1144f16dfa46" providerId="LiveId" clId="{4442C3C6-7A55-489E-A594-E25B38C90F8B}" dt="2026-10-27T19:05:37.418" v="91"/>
          <ac:picMkLst>
            <pc:docMk/>
            <pc:sldMk cId="179371897" sldId="268"/>
            <ac:picMk id="32" creationId="{661ABA49-4DFD-C7D2-641F-C22951E35D23}"/>
          </ac:picMkLst>
        </pc:picChg>
        <pc:picChg chg="add del mod">
          <ac:chgData name="Alexandre Faizibaioff" userId="1a2b1144f16dfa46" providerId="LiveId" clId="{4442C3C6-7A55-489E-A594-E25B38C90F8B}" dt="2026-10-27T19:06:11.328" v="92"/>
          <ac:picMkLst>
            <pc:docMk/>
            <pc:sldMk cId="179371897" sldId="268"/>
            <ac:picMk id="33" creationId="{74FEAFB1-B676-8DC8-0D99-4D05E2030469}"/>
          </ac:picMkLst>
        </pc:picChg>
        <pc:picChg chg="add del mod">
          <ac:chgData name="Alexandre Faizibaioff" userId="1a2b1144f16dfa46" providerId="LiveId" clId="{4442C3C6-7A55-489E-A594-E25B38C90F8B}" dt="2026-10-27T19:12:33.802" v="96"/>
          <ac:picMkLst>
            <pc:docMk/>
            <pc:sldMk cId="179371897" sldId="268"/>
            <ac:picMk id="40" creationId="{E5881092-BA0C-D426-5AF9-BBE02907BF16}"/>
          </ac:picMkLst>
        </pc:picChg>
        <pc:picChg chg="add del mod ord">
          <ac:chgData name="Alexandre Faizibaioff" userId="1a2b1144f16dfa46" providerId="LiveId" clId="{4442C3C6-7A55-489E-A594-E25B38C90F8B}" dt="2026-10-27T19:12:49.267" v="97"/>
          <ac:picMkLst>
            <pc:docMk/>
            <pc:sldMk cId="179371897" sldId="268"/>
            <ac:picMk id="43" creationId="{BECA2D09-D34D-6567-228C-E5294E45A136}"/>
          </ac:picMkLst>
        </pc:picChg>
        <pc:picChg chg="add del mod">
          <ac:chgData name="Alexandre Faizibaioff" userId="1a2b1144f16dfa46" providerId="LiveId" clId="{4442C3C6-7A55-489E-A594-E25B38C90F8B}" dt="2026-10-27T19:13:10.047" v="98"/>
          <ac:picMkLst>
            <pc:docMk/>
            <pc:sldMk cId="179371897" sldId="268"/>
            <ac:picMk id="44" creationId="{50A56381-0445-A0BC-9437-8AB5048A9166}"/>
          </ac:picMkLst>
        </pc:picChg>
        <pc:picChg chg="add del mod">
          <ac:chgData name="Alexandre Faizibaioff" userId="1a2b1144f16dfa46" providerId="LiveId" clId="{4442C3C6-7A55-489E-A594-E25B38C90F8B}" dt="2026-10-27T19:16:07.538" v="100"/>
          <ac:picMkLst>
            <pc:docMk/>
            <pc:sldMk cId="179371897" sldId="268"/>
            <ac:picMk id="50" creationId="{4670304D-DEBA-E2CA-24FB-76A1360A33F2}"/>
          </ac:picMkLst>
        </pc:picChg>
        <pc:picChg chg="add del mod">
          <ac:chgData name="Alexandre Faizibaioff" userId="1a2b1144f16dfa46" providerId="LiveId" clId="{4442C3C6-7A55-489E-A594-E25B38C90F8B}" dt="2026-10-27T19:20:12.879" v="102"/>
          <ac:picMkLst>
            <pc:docMk/>
            <pc:sldMk cId="179371897" sldId="268"/>
            <ac:picMk id="53" creationId="{D73703E5-4D7C-87EE-08FD-4729123A3EE0}"/>
          </ac:picMkLst>
        </pc:picChg>
        <pc:picChg chg="add del mod">
          <ac:chgData name="Alexandre Faizibaioff" userId="1a2b1144f16dfa46" providerId="LiveId" clId="{4442C3C6-7A55-489E-A594-E25B38C90F8B}" dt="2026-10-27T19:24:04.882" v="104"/>
          <ac:picMkLst>
            <pc:docMk/>
            <pc:sldMk cId="179371897" sldId="268"/>
            <ac:picMk id="56" creationId="{8B563C6A-C9B7-23BE-65F4-5505A5B0A69C}"/>
          </ac:picMkLst>
        </pc:picChg>
        <pc:picChg chg="add del mod">
          <ac:chgData name="Alexandre Faizibaioff" userId="1a2b1144f16dfa46" providerId="LiveId" clId="{4442C3C6-7A55-489E-A594-E25B38C90F8B}" dt="2026-10-27T19:25:02.250" v="108"/>
          <ac:picMkLst>
            <pc:docMk/>
            <pc:sldMk cId="179371897" sldId="268"/>
            <ac:picMk id="59" creationId="{7D7799D7-A9EC-6C5B-3792-08D0DB714FA6}"/>
          </ac:picMkLst>
        </pc:picChg>
        <pc:picChg chg="add del mod ord">
          <ac:chgData name="Alexandre Faizibaioff" userId="1a2b1144f16dfa46" providerId="LiveId" clId="{4442C3C6-7A55-489E-A594-E25B38C90F8B}" dt="2026-10-27T19:25:17.479" v="109"/>
          <ac:picMkLst>
            <pc:docMk/>
            <pc:sldMk cId="179371897" sldId="268"/>
            <ac:picMk id="60" creationId="{A616155D-D073-357E-F226-DD7C29507B8A}"/>
          </ac:picMkLst>
        </pc:picChg>
        <pc:picChg chg="add del mod">
          <ac:chgData name="Alexandre Faizibaioff" userId="1a2b1144f16dfa46" providerId="LiveId" clId="{4442C3C6-7A55-489E-A594-E25B38C90F8B}" dt="2026-10-27T19:25:20.460" v="111"/>
          <ac:picMkLst>
            <pc:docMk/>
            <pc:sldMk cId="179371897" sldId="268"/>
            <ac:picMk id="61" creationId="{C70AB442-AD08-70D1-B57C-C4DD7C7CAA55}"/>
          </ac:picMkLst>
        </pc:picChg>
        <pc:picChg chg="add del mod ord">
          <ac:chgData name="Alexandre Faizibaioff" userId="1a2b1144f16dfa46" providerId="LiveId" clId="{4442C3C6-7A55-489E-A594-E25B38C90F8B}" dt="2026-10-27T19:25:50.095" v="112"/>
          <ac:picMkLst>
            <pc:docMk/>
            <pc:sldMk cId="179371897" sldId="268"/>
            <ac:picMk id="64" creationId="{D44BDFB9-58D6-8282-7A31-EAF26A687791}"/>
          </ac:picMkLst>
        </pc:picChg>
        <pc:picChg chg="add del mod">
          <ac:chgData name="Alexandre Faizibaioff" userId="1a2b1144f16dfa46" providerId="LiveId" clId="{4442C3C6-7A55-489E-A594-E25B38C90F8B}" dt="2026-10-27T19:25:52.534" v="115"/>
          <ac:picMkLst>
            <pc:docMk/>
            <pc:sldMk cId="179371897" sldId="268"/>
            <ac:picMk id="65" creationId="{C7AB931A-6EDB-D8C3-137C-B1333302A71F}"/>
          </ac:picMkLst>
        </pc:picChg>
        <pc:picChg chg="add del mod ord">
          <ac:chgData name="Alexandre Faizibaioff" userId="1a2b1144f16dfa46" providerId="LiveId" clId="{4442C3C6-7A55-489E-A594-E25B38C90F8B}" dt="2026-10-27T19:26:19.097" v="116"/>
          <ac:picMkLst>
            <pc:docMk/>
            <pc:sldMk cId="179371897" sldId="268"/>
            <ac:picMk id="66" creationId="{D57B5923-C972-237C-A29C-12C980F0B6CB}"/>
          </ac:picMkLst>
        </pc:picChg>
        <pc:picChg chg="add del mod">
          <ac:chgData name="Alexandre Faizibaioff" userId="1a2b1144f16dfa46" providerId="LiveId" clId="{4442C3C6-7A55-489E-A594-E25B38C90F8B}" dt="2026-10-27T19:31:12.119" v="121"/>
          <ac:picMkLst>
            <pc:docMk/>
            <pc:sldMk cId="179371897" sldId="268"/>
            <ac:picMk id="67" creationId="{18D9286C-4524-D881-3F09-0A82D1CC22A2}"/>
          </ac:picMkLst>
        </pc:picChg>
        <pc:picChg chg="add del mod">
          <ac:chgData name="Alexandre Faizibaioff" userId="1a2b1144f16dfa46" providerId="LiveId" clId="{4442C3C6-7A55-489E-A594-E25B38C90F8B}" dt="2026-10-27T19:33:05.149" v="126"/>
          <ac:picMkLst>
            <pc:docMk/>
            <pc:sldMk cId="179371897" sldId="268"/>
            <ac:picMk id="70" creationId="{F216315A-CD77-3232-A3BD-BB0E1B4639B5}"/>
          </ac:picMkLst>
        </pc:picChg>
        <pc:picChg chg="add del mod ord">
          <ac:chgData name="Alexandre Faizibaioff" userId="1a2b1144f16dfa46" providerId="LiveId" clId="{4442C3C6-7A55-489E-A594-E25B38C90F8B}" dt="2026-10-27T19:33:15.009" v="127"/>
          <ac:picMkLst>
            <pc:docMk/>
            <pc:sldMk cId="179371897" sldId="268"/>
            <ac:picMk id="71" creationId="{8275924D-3BA6-A3AF-94A7-CBE87896F377}"/>
          </ac:picMkLst>
        </pc:picChg>
        <pc:picChg chg="add del mod">
          <ac:chgData name="Alexandre Faizibaioff" userId="1a2b1144f16dfa46" providerId="LiveId" clId="{4442C3C6-7A55-489E-A594-E25B38C90F8B}" dt="2026-10-27T19:33:17.716" v="129"/>
          <ac:picMkLst>
            <pc:docMk/>
            <pc:sldMk cId="179371897" sldId="268"/>
            <ac:picMk id="72" creationId="{BD5FAEEC-447E-BC65-FABB-269AB8D12BE7}"/>
          </ac:picMkLst>
        </pc:picChg>
        <pc:picChg chg="add del mod ord">
          <ac:chgData name="Alexandre Faizibaioff" userId="1a2b1144f16dfa46" providerId="LiveId" clId="{4442C3C6-7A55-489E-A594-E25B38C90F8B}" dt="2026-10-27T19:35:45.483" v="130"/>
          <ac:picMkLst>
            <pc:docMk/>
            <pc:sldMk cId="179371897" sldId="268"/>
            <ac:picMk id="75" creationId="{770841AF-1A9C-2546-441B-AD361CEC53DC}"/>
          </ac:picMkLst>
        </pc:picChg>
        <pc:picChg chg="add del mod">
          <ac:chgData name="Alexandre Faizibaioff" userId="1a2b1144f16dfa46" providerId="LiveId" clId="{4442C3C6-7A55-489E-A594-E25B38C90F8B}" dt="2026-10-27T19:42:52.737" v="146"/>
          <ac:picMkLst>
            <pc:docMk/>
            <pc:sldMk cId="179371897" sldId="268"/>
            <ac:picMk id="76" creationId="{A7BE1DE3-63C0-4280-EC53-68C0B06B48A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277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Olá, sou Alexandre Faizibaioff. Este é o relatório executivo sobre a Olist, com uma pergunta central: onde investir para a empresa voltar a crescer.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1519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pergunta é se a Olist justifica novos investimentos. A resposta é sim, com condições. As vendas cresceram forte em 2017, mas estagnaram em 2018. A satisfação dos clientes é boa na maior parte do tempo, mas, quando o pedido atrasa, a insatisfação é sete vezes maior. E o problema se concentra: no Nordeste, a taxa de atraso é o dobro da média. Por isso, a recomendação é direcionar o investimento para a logística, com metas claras.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Olist conectava pequenos lojistas aos grandes marketplaces do país, e ganhava com assinatura e comissão. Analisamos cerca de 96 mil pedidos entregues, de janeiro de 2017 a agosto de 2018. Um cuidado importante: o valor vendido é o volume dos lojistas, não a receita da Olist.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Primeiro, as vendas. O crescimento de 2017 foi forte, mas em 2018 a curva parou de subir. Entre o primeiro e o segundo quadrimestre de 2018, a média mensal de pedidos caiu sete e meio por cento. E o valor típico de cada pedido não mudou: o crescimento veio de mais clientes comprando, não de compras maiores.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os clientes? Setenta e nove por cento das avaliações são positivas, e a insatisfação fica estável, em torno de dez por cento. Com uma exceção: entre outubro de 2017 e março de 2018, ela dobrou, chegou a vinte e um por cento, e depois voltou ao normal. A pergunta é: por quê?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resposta está na entrega. Quando o pedido chega no prazo, nove por cento dos clientes ficam insatisfeitos. Quando atrasa, são sessenta e dois por cento PAUSA. Os atrasos são só sete por cento dos pedidos, mas respondem por um terço de toda a insatisfação.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isso se confirma ao longo do tempo. Os atrasos triplicaram exatamente no período em que a insatisfação subiu, com pico no mesmo mês. Quando os atrasos voltaram ao normal, a insatisfação também voltou, mesmo com o volume de pedidos ainda alto.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Onde está o problema? No Nordeste, a taxa de atraso é quase o dobro da média, e a insatisfação é a maior do país. Já o Sudeste atrasa menos, mas, por concentrar a maior parte dos pedidos, responde por sessenta e dois por cento de todos os atrasos.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aqui está a oportunidade. O Nordeste tem vinte e sete por cento da população brasileira, mas só nove por cento dos pedidos da Olist. Justamente a região com mais espaço para crescer é a que tem a pior experiência de entrega.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 isso, propomos duas metas para os próximos doze meses. No Nordeste, trazer a taxa de atraso de quase treze por cento para a média da Olist, perto de sete. No Sudeste, reduzir o atraso em um ponto. Pode parecer pouco, mas, pelo volume da região, isso evita mais atrasos do que corrigir todo o Nordeste. Uma meta protege a escala, e a outra abre espaço para crescer.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 importante ser transparente sobre os limites. Os dados mostram que atraso e insatisfação andam juntos, mas não provam que um causa o outro. Analisamos só pedidos entregues, e a causa dos atrasos no Nordeste ainda precisa ser investigada.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Todo o processo está documentado e pode ser reproduzido pelo repositório no GitHub. Obrigado.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_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Olist | Tech Challenge – Fase 1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1127455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TAQUE_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96012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0312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730597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lefaizi/tech-challenge-olist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linkedin.com/in/alexandrecsf/" TargetMode="External"/><Relationship Id="rId4" Type="http://schemas.openxmlformats.org/officeDocument/2006/relationships/hyperlink" Target="mailto:ale.faizi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0312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</a:rPr>
              <a:t>Olist: onde investir para voltar a </a:t>
            </a:r>
            <a:r>
              <a:rPr lang="en-US" sz="4800" b="1" dirty="0" err="1">
                <a:solidFill>
                  <a:schemeClr val="bg1"/>
                </a:solidFill>
              </a:rPr>
              <a:t>crescer</a:t>
            </a:r>
            <a:r>
              <a:rPr lang="en-US" sz="4800" b="1" dirty="0">
                <a:solidFill>
                  <a:schemeClr val="bg1"/>
                </a:solidFill>
              </a:rPr>
              <a:t>?</a:t>
            </a:r>
            <a:endParaRPr lang="en-US" sz="4800" dirty="0"/>
          </a:p>
        </p:txBody>
      </p:sp>
      <p:sp>
        <p:nvSpPr>
          <p:cNvPr id="3" name="subtitulo"/>
          <p:cNvSpPr txBox="1"/>
          <p:nvPr/>
        </p:nvSpPr>
        <p:spPr>
          <a:xfrm>
            <a:off x="731520" y="34290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BD5E1"/>
                </a:solidFill>
              </a:rPr>
              <a:t>Relatório executivo para investidores</a:t>
            </a:r>
            <a:endParaRPr lang="en-US" sz="2400" dirty="0"/>
          </a:p>
        </p:txBody>
      </p:sp>
      <p:sp>
        <p:nvSpPr>
          <p:cNvPr id="4" name="ponto0"/>
          <p:cNvSpPr/>
          <p:nvPr/>
        </p:nvSpPr>
        <p:spPr>
          <a:xfrm>
            <a:off x="731520" y="4343400"/>
            <a:ext cx="201168" cy="201168"/>
          </a:xfrm>
          <a:prstGeom prst="ellipse">
            <a:avLst/>
          </a:prstGeom>
          <a:solidFill>
            <a:srgbClr val="5DA9E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ponto1"/>
          <p:cNvSpPr/>
          <p:nvPr/>
        </p:nvSpPr>
        <p:spPr>
          <a:xfrm>
            <a:off x="1097280" y="4343400"/>
            <a:ext cx="201168" cy="201168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ponto2"/>
          <p:cNvSpPr/>
          <p:nvPr/>
        </p:nvSpPr>
        <p:spPr>
          <a:xfrm>
            <a:off x="1463040" y="4343400"/>
            <a:ext cx="201168" cy="201168"/>
          </a:xfrm>
          <a:prstGeom prst="ellipse">
            <a:avLst/>
          </a:prstGeom>
          <a:solidFill>
            <a:srgbClr val="FFA5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creditos"/>
          <p:cNvSpPr txBox="1"/>
          <p:nvPr/>
        </p:nvSpPr>
        <p:spPr>
          <a:xfrm>
            <a:off x="731520" y="50749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94A3B8"/>
                </a:solidFill>
              </a:rPr>
              <a:t>Tech Challenge – Fase 1 · Pós-Tech FIAP Data Analytics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94A3B8"/>
                </a:solidFill>
              </a:rPr>
              <a:t>Alexandre Faizibaioff · Outubro de 2026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9371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rgunta"/>
          <p:cNvSpPr txBox="1"/>
          <p:nvPr/>
        </p:nvSpPr>
        <p:spPr>
          <a:xfrm>
            <a:off x="548640" y="457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</a:rPr>
              <a:t>A Olist apresenta crescimento e satisfação de clientes que justifiquem novos investimentos?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9601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Sim, com condições: o investimento deve ir para a logística</a:t>
            </a:r>
            <a:endParaRPr lang="en-US" sz="3200" dirty="0"/>
          </a:p>
        </p:txBody>
      </p:sp>
      <p:sp>
        <p:nvSpPr>
          <p:cNvPr id="4" name="apoio"/>
          <p:cNvSpPr txBox="1"/>
          <p:nvPr/>
        </p:nvSpPr>
        <p:spPr>
          <a:xfrm>
            <a:off x="548640" y="1920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</a:rPr>
              <a:t>As vendas estagnaram em 2018, e o atraso na entrega é o principal fator associado à insatisfação. Foco: Nordeste e Sudeste.</a:t>
            </a:r>
            <a:endParaRPr lang="en-US" sz="1800" dirty="0"/>
          </a:p>
        </p:txBody>
      </p:sp>
      <p:sp>
        <p:nvSpPr>
          <p:cNvPr id="5" name="card0"/>
          <p:cNvSpPr/>
          <p:nvPr/>
        </p:nvSpPr>
        <p:spPr>
          <a:xfrm>
            <a:off x="548640" y="3063240"/>
            <a:ext cx="3474720" cy="2331720"/>
          </a:xfrm>
          <a:prstGeom prst="roundRect">
            <a:avLst>
              <a:gd name="adj" fmla="val 4706"/>
            </a:avLst>
          </a:prstGeom>
          <a:solidFill>
            <a:srgbClr val="2A3A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card_num0"/>
          <p:cNvSpPr txBox="1"/>
          <p:nvPr/>
        </p:nvSpPr>
        <p:spPr>
          <a:xfrm>
            <a:off x="868680" y="33832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5DA9E9"/>
                </a:solidFill>
              </a:rPr>
              <a:t>−7,5%</a:t>
            </a:r>
            <a:endParaRPr lang="en-US" sz="6000" dirty="0"/>
          </a:p>
        </p:txBody>
      </p:sp>
      <p:sp>
        <p:nvSpPr>
          <p:cNvPr id="7" name="card_lbl0"/>
          <p:cNvSpPr txBox="1"/>
          <p:nvPr/>
        </p:nvSpPr>
        <p:spPr>
          <a:xfrm>
            <a:off x="868680" y="45262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</a:rPr>
              <a:t>Pedidos por mês em 2018: estagnação</a:t>
            </a:r>
            <a:endParaRPr lang="en-US" sz="1600" dirty="0"/>
          </a:p>
        </p:txBody>
      </p:sp>
      <p:sp>
        <p:nvSpPr>
          <p:cNvPr id="8" name="card1"/>
          <p:cNvSpPr/>
          <p:nvPr/>
        </p:nvSpPr>
        <p:spPr>
          <a:xfrm>
            <a:off x="4297680" y="3063240"/>
            <a:ext cx="3474720" cy="2331720"/>
          </a:xfrm>
          <a:prstGeom prst="roundRect">
            <a:avLst>
              <a:gd name="adj" fmla="val 4706"/>
            </a:avLst>
          </a:prstGeom>
          <a:solidFill>
            <a:srgbClr val="2A3A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card_num1"/>
          <p:cNvSpPr txBox="1"/>
          <p:nvPr/>
        </p:nvSpPr>
        <p:spPr>
          <a:xfrm>
            <a:off x="4617720" y="33832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87171"/>
                </a:solidFill>
              </a:rPr>
              <a:t>7x</a:t>
            </a:r>
            <a:endParaRPr lang="en-US" sz="6000" dirty="0"/>
          </a:p>
        </p:txBody>
      </p:sp>
      <p:sp>
        <p:nvSpPr>
          <p:cNvPr id="10" name="card_lbl1"/>
          <p:cNvSpPr txBox="1"/>
          <p:nvPr/>
        </p:nvSpPr>
        <p:spPr>
          <a:xfrm>
            <a:off x="4617720" y="45262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</a:rPr>
              <a:t>Mais insatisfação quando o pedido atrasa</a:t>
            </a:r>
            <a:endParaRPr lang="en-US" sz="1600" dirty="0"/>
          </a:p>
        </p:txBody>
      </p:sp>
      <p:sp>
        <p:nvSpPr>
          <p:cNvPr id="11" name="card2"/>
          <p:cNvSpPr/>
          <p:nvPr/>
        </p:nvSpPr>
        <p:spPr>
          <a:xfrm>
            <a:off x="8046720" y="3063240"/>
            <a:ext cx="3474720" cy="2331720"/>
          </a:xfrm>
          <a:prstGeom prst="roundRect">
            <a:avLst>
              <a:gd name="adj" fmla="val 4706"/>
            </a:avLst>
          </a:prstGeom>
          <a:solidFill>
            <a:srgbClr val="2A3A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card_num2"/>
          <p:cNvSpPr txBox="1"/>
          <p:nvPr/>
        </p:nvSpPr>
        <p:spPr>
          <a:xfrm>
            <a:off x="8366760" y="33832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A552"/>
                </a:solidFill>
              </a:rPr>
              <a:t>2x</a:t>
            </a:r>
            <a:endParaRPr lang="en-US" sz="6000" dirty="0"/>
          </a:p>
        </p:txBody>
      </p:sp>
      <p:sp>
        <p:nvSpPr>
          <p:cNvPr id="13" name="card_lbl2"/>
          <p:cNvSpPr txBox="1"/>
          <p:nvPr/>
        </p:nvSpPr>
        <p:spPr>
          <a:xfrm>
            <a:off x="8366760" y="45262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</a:rPr>
              <a:t>Taxa de atraso do Nordeste x média</a:t>
            </a:r>
            <a:endParaRPr lang="en-US" sz="1600" dirty="0"/>
          </a:p>
        </p:txBody>
      </p:sp>
      <p:sp>
        <p:nvSpPr>
          <p:cNvPr id="14" name="rodape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Base: pedidos entregues de jan/2017 a ago/2018. Fonte: Brazilian E-Commerce Public Dataset by Olist (Kaggle).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Contexto: a empresa, os dados e as perguntas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0"/>
            <a:ext cx="5120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A Olist (2016–2018): </a:t>
            </a:r>
            <a:r>
              <a:rPr lang="en-US" sz="1500" dirty="0">
                <a:solidFill>
                  <a:schemeClr val="tx1"/>
                </a:solidFill>
              </a:rPr>
              <a:t>conectava pequenos lojistas aos grandes marketplaces do país, vendendo os produtos deles sob a marca Olist. Sua receita vinha dos lojistas, com assinatura mensal e comissão sobre as vendas.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Os dados: </a:t>
            </a:r>
            <a:r>
              <a:rPr lang="en-US" sz="1500" dirty="0">
                <a:solidFill>
                  <a:schemeClr val="tx1"/>
                </a:solidFill>
              </a:rPr>
              <a:t>cerca de 100 mil pedidos públicos (Kaggle). Recorte da análise: 96.211 pedidos entregues, de jan/2017 a ago/2018, os meses com volume consistente.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Atenção: </a:t>
            </a:r>
            <a:r>
              <a:rPr lang="en-US" sz="1500" dirty="0">
                <a:solidFill>
                  <a:schemeClr val="tx1"/>
                </a:solidFill>
              </a:rPr>
              <a:t>“valor vendido” é o volume transacionado pelos lojistas, não a receita da Olist.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126480" y="14630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As 4 perguntas que guiaram a análise:</a:t>
            </a:r>
            <a:endParaRPr lang="en-US" sz="1600" dirty="0"/>
          </a:p>
        </p:txBody>
      </p:sp>
      <p:sp>
        <p:nvSpPr>
          <p:cNvPr id="5" name="pergunta_card0"/>
          <p:cNvSpPr/>
          <p:nvPr/>
        </p:nvSpPr>
        <p:spPr>
          <a:xfrm>
            <a:off x="6126480" y="2011680"/>
            <a:ext cx="55778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pergunta_num_bg0"/>
          <p:cNvSpPr/>
          <p:nvPr/>
        </p:nvSpPr>
        <p:spPr>
          <a:xfrm>
            <a:off x="6309360" y="2167128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pergunta_num0"/>
          <p:cNvSpPr txBox="1"/>
          <p:nvPr/>
        </p:nvSpPr>
        <p:spPr>
          <a:xfrm>
            <a:off x="6309360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pergunta_txt0"/>
          <p:cNvSpPr txBox="1"/>
          <p:nvPr/>
        </p:nvSpPr>
        <p:spPr>
          <a:xfrm>
            <a:off x="6949440" y="20116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As vendas estão crescendo?</a:t>
            </a:r>
            <a:endParaRPr lang="en-US" sz="1600" dirty="0"/>
          </a:p>
        </p:txBody>
      </p:sp>
      <p:sp>
        <p:nvSpPr>
          <p:cNvPr id="9" name="pergunta_card1"/>
          <p:cNvSpPr/>
          <p:nvPr/>
        </p:nvSpPr>
        <p:spPr>
          <a:xfrm>
            <a:off x="6126480" y="2971800"/>
            <a:ext cx="55778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pergunta_num_bg1"/>
          <p:cNvSpPr/>
          <p:nvPr/>
        </p:nvSpPr>
        <p:spPr>
          <a:xfrm>
            <a:off x="6309360" y="3127248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pergunta_num1"/>
          <p:cNvSpPr txBox="1"/>
          <p:nvPr/>
        </p:nvSpPr>
        <p:spPr>
          <a:xfrm>
            <a:off x="630936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pergunta_txt1"/>
          <p:cNvSpPr txBox="1"/>
          <p:nvPr/>
        </p:nvSpPr>
        <p:spPr>
          <a:xfrm>
            <a:off x="6949440" y="29718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Os clientes estão satisfeitos?</a:t>
            </a:r>
            <a:endParaRPr lang="en-US" sz="1600" dirty="0"/>
          </a:p>
        </p:txBody>
      </p:sp>
      <p:sp>
        <p:nvSpPr>
          <p:cNvPr id="13" name="pergunta_card2"/>
          <p:cNvSpPr/>
          <p:nvPr/>
        </p:nvSpPr>
        <p:spPr>
          <a:xfrm>
            <a:off x="6126480" y="3931920"/>
            <a:ext cx="55778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pergunta_num_bg2"/>
          <p:cNvSpPr/>
          <p:nvPr/>
        </p:nvSpPr>
        <p:spPr>
          <a:xfrm>
            <a:off x="6309360" y="4087368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pergunta_num2"/>
          <p:cNvSpPr txBox="1"/>
          <p:nvPr/>
        </p:nvSpPr>
        <p:spPr>
          <a:xfrm>
            <a:off x="630936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pergunta_txt2"/>
          <p:cNvSpPr txBox="1"/>
          <p:nvPr/>
        </p:nvSpPr>
        <p:spPr>
          <a:xfrm>
            <a:off x="6949440" y="39319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O que prejudica a satisfação?</a:t>
            </a:r>
            <a:endParaRPr lang="en-US" sz="1600" dirty="0"/>
          </a:p>
        </p:txBody>
      </p:sp>
      <p:sp>
        <p:nvSpPr>
          <p:cNvPr id="17" name="pergunta_card3"/>
          <p:cNvSpPr/>
          <p:nvPr/>
        </p:nvSpPr>
        <p:spPr>
          <a:xfrm>
            <a:off x="6126480" y="4892040"/>
            <a:ext cx="55778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pergunta_num_bg3"/>
          <p:cNvSpPr/>
          <p:nvPr/>
        </p:nvSpPr>
        <p:spPr>
          <a:xfrm>
            <a:off x="6309360" y="5047488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pergunta_num3"/>
          <p:cNvSpPr txBox="1"/>
          <p:nvPr/>
        </p:nvSpPr>
        <p:spPr>
          <a:xfrm>
            <a:off x="6309360" y="5047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pergunta_txt3"/>
          <p:cNvSpPr txBox="1"/>
          <p:nvPr/>
        </p:nvSpPr>
        <p:spPr>
          <a:xfrm>
            <a:off x="6949440" y="48920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Onde estão as oportunidades?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Forte crescimento em 2017, estagnação em 2018</a:t>
            </a:r>
            <a:endParaRPr lang="en-US" sz="2600" dirty="0"/>
          </a:p>
        </p:txBody>
      </p:sp>
      <p:pic>
        <p:nvPicPr>
          <p:cNvPr id="3" name="grafico" descr="Forte crescimento em 2017, estagnação em 20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00200"/>
            <a:ext cx="7498080" cy="3554113"/>
          </a:xfrm>
          <a:prstGeom prst="rect">
            <a:avLst/>
          </a:prstGeom>
        </p:spPr>
      </p:pic>
      <p:sp>
        <p:nvSpPr>
          <p:cNvPr id="4" name="painel"/>
          <p:cNvSpPr/>
          <p:nvPr/>
        </p:nvSpPr>
        <p:spPr>
          <a:xfrm>
            <a:off x="8138160" y="1463040"/>
            <a:ext cx="3794760" cy="443484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3_num"/>
          <p:cNvSpPr txBox="1"/>
          <p:nvPr/>
        </p:nvSpPr>
        <p:spPr>
          <a:xfrm>
            <a:off x="8321040" y="164592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−7,5%</a:t>
            </a:r>
            <a:endParaRPr lang="en-US" sz="4000" dirty="0"/>
          </a:p>
        </p:txBody>
      </p:sp>
      <p:sp>
        <p:nvSpPr>
          <p:cNvPr id="6" name="s3_lbl"/>
          <p:cNvSpPr txBox="1"/>
          <p:nvPr/>
        </p:nvSpPr>
        <p:spPr>
          <a:xfrm>
            <a:off x="8321040" y="23317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na média mensal de pedidos entre jan–abr e mai–ago de 2018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321040" y="2971800"/>
            <a:ext cx="3429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Pedidos jan–ago: 21.998 → 52.783 (+140%), número inflado pela base baixa (750 pedidos em jan/2017).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Média mensal em 2018: 6.856 → 6.340.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Ticket mediano estável (R$ 84 → R$ 88): o crescimento veio de mais pedidos, e não de pedidos mais caros.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Satisfação estável, exceto entre out/2017 e mar/2018</a:t>
            </a:r>
            <a:endParaRPr lang="en-US" sz="2600" dirty="0"/>
          </a:p>
        </p:txBody>
      </p:sp>
      <p:pic>
        <p:nvPicPr>
          <p:cNvPr id="3" name="grafico" descr="Satisfação estável, exceto entre out/2017 e mar/20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00200"/>
            <a:ext cx="7498080" cy="3552121"/>
          </a:xfrm>
          <a:prstGeom prst="rect">
            <a:avLst/>
          </a:prstGeom>
        </p:spPr>
      </p:pic>
      <p:sp>
        <p:nvSpPr>
          <p:cNvPr id="4" name="painel"/>
          <p:cNvSpPr/>
          <p:nvPr/>
        </p:nvSpPr>
        <p:spPr>
          <a:xfrm>
            <a:off x="8138160" y="1463040"/>
            <a:ext cx="3794760" cy="443484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4_num"/>
          <p:cNvSpPr txBox="1"/>
          <p:nvPr/>
        </p:nvSpPr>
        <p:spPr>
          <a:xfrm>
            <a:off x="8321040" y="164592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79%</a:t>
            </a:r>
            <a:endParaRPr lang="en-US" sz="4000" dirty="0"/>
          </a:p>
        </p:txBody>
      </p:sp>
      <p:sp>
        <p:nvSpPr>
          <p:cNvPr id="6" name="s4_lbl"/>
          <p:cNvSpPr txBox="1"/>
          <p:nvPr/>
        </p:nvSpPr>
        <p:spPr>
          <a:xfrm>
            <a:off x="8321040" y="23317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das avaliações são de clientes satisfeitos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321040" y="2971800"/>
            <a:ext cx="3429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Nível normal de insatisfação: cerca de 10,5%.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episódio: 16,4%, com pico de 21,1% em mar/2018.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Depois, voltou ao nível anterior (10,4%): não há piora estrutural.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Pedidos atrasados têm quase 7 vezes mais insatisfação</a:t>
            </a:r>
            <a:endParaRPr lang="en-US" sz="2600" dirty="0"/>
          </a:p>
        </p:txBody>
      </p:sp>
      <p:pic>
        <p:nvPicPr>
          <p:cNvPr id="3" name="grafico" descr="Insatisfação: 9,2% no prazo x 62,4% com atras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6309360" cy="4288536"/>
          </a:xfrm>
          <a:prstGeom prst="rect">
            <a:avLst/>
          </a:prstGeom>
        </p:spPr>
      </p:pic>
      <p:sp>
        <p:nvSpPr>
          <p:cNvPr id="4" name="s5a_num"/>
          <p:cNvSpPr txBox="1"/>
          <p:nvPr/>
        </p:nvSpPr>
        <p:spPr>
          <a:xfrm>
            <a:off x="7498080" y="17373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6,8%</a:t>
            </a:r>
            <a:endParaRPr lang="en-US" sz="4000" dirty="0"/>
          </a:p>
        </p:txBody>
      </p:sp>
      <p:sp>
        <p:nvSpPr>
          <p:cNvPr id="5" name="s5a_lbl"/>
          <p:cNvSpPr txBox="1"/>
          <p:nvPr/>
        </p:nvSpPr>
        <p:spPr>
          <a:xfrm>
            <a:off x="7498080" y="24231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dos pedidos chegam atrasados…</a:t>
            </a:r>
            <a:endParaRPr lang="en-US" sz="1300" dirty="0"/>
          </a:p>
        </p:txBody>
      </p:sp>
      <p:sp>
        <p:nvSpPr>
          <p:cNvPr id="6" name="s5b_num"/>
          <p:cNvSpPr txBox="1"/>
          <p:nvPr/>
        </p:nvSpPr>
        <p:spPr>
          <a:xfrm>
            <a:off x="7498080" y="31546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1/3</a:t>
            </a:r>
            <a:endParaRPr lang="en-US" sz="4000" dirty="0"/>
          </a:p>
        </p:txBody>
      </p:sp>
      <p:sp>
        <p:nvSpPr>
          <p:cNvPr id="7" name="s5b_lbl"/>
          <p:cNvSpPr txBox="1"/>
          <p:nvPr/>
        </p:nvSpPr>
        <p:spPr>
          <a:xfrm>
            <a:off x="7498080" y="38404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…mas concentram um terço de </a:t>
            </a:r>
            <a:r>
              <a:rPr lang="en-US" sz="1300" dirty="0" err="1">
                <a:solidFill>
                  <a:schemeClr val="accent4"/>
                </a:solidFill>
              </a:rPr>
              <a:t>toda</a:t>
            </a:r>
            <a:r>
              <a:rPr lang="en-US" sz="1300" dirty="0">
                <a:solidFill>
                  <a:schemeClr val="accent4"/>
                </a:solidFill>
              </a:rPr>
              <a:t> a </a:t>
            </a:r>
            <a:r>
              <a:rPr lang="en-US" sz="1300" dirty="0" err="1">
                <a:solidFill>
                  <a:schemeClr val="accent4"/>
                </a:solidFill>
              </a:rPr>
              <a:t>insatisfação</a:t>
            </a:r>
            <a:endParaRPr lang="en-US" sz="1300" dirty="0"/>
          </a:p>
        </p:txBody>
      </p:sp>
      <p:sp>
        <p:nvSpPr>
          <p:cNvPr id="8" name="s5c_num"/>
          <p:cNvSpPr txBox="1"/>
          <p:nvPr/>
        </p:nvSpPr>
        <p:spPr>
          <a:xfrm>
            <a:off x="7498080" y="45720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tx2"/>
                </a:solidFill>
              </a:rPr>
              <a:t>12 dias</a:t>
            </a:r>
            <a:endParaRPr lang="en-US" sz="4000" dirty="0"/>
          </a:p>
        </p:txBody>
      </p:sp>
      <p:sp>
        <p:nvSpPr>
          <p:cNvPr id="9" name="s5c_lbl"/>
          <p:cNvSpPr txBox="1"/>
          <p:nvPr/>
        </p:nvSpPr>
        <p:spPr>
          <a:xfrm>
            <a:off x="7498080" y="5257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de folga no prazo prometido: o pedido típico chega antes do previsto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Insatisfação sobe e desce junto com os atrasos</a:t>
            </a:r>
            <a:endParaRPr lang="en-US" sz="2600" dirty="0"/>
          </a:p>
        </p:txBody>
      </p:sp>
      <p:pic>
        <p:nvPicPr>
          <p:cNvPr id="3" name="grafico" descr="Insatisfação sobe e desce junto com os atras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7498080" cy="3584876"/>
          </a:xfrm>
          <a:prstGeom prst="rect">
            <a:avLst/>
          </a:prstGeom>
        </p:spPr>
      </p:pic>
      <p:graphicFrame>
        <p:nvGraphicFramePr>
          <p:cNvPr id="7" name="tabela_period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029200"/>
          <a:ext cx="7498080" cy="987552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Antes (jan–set/17)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Durante (out/17–mar/18)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Depois (abr–ago/18)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% atrasos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3,6%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11,0%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4,4%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% insatisfeitos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10,5%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16,4%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10,4%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painel"/>
          <p:cNvSpPr/>
          <p:nvPr/>
        </p:nvSpPr>
        <p:spPr>
          <a:xfrm>
            <a:off x="8138160" y="1463040"/>
            <a:ext cx="3794760" cy="443484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2"/>
          <p:cNvSpPr txBox="1"/>
          <p:nvPr/>
        </p:nvSpPr>
        <p:spPr>
          <a:xfrm>
            <a:off x="8321040" y="1691640"/>
            <a:ext cx="34290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Os atrasos triplicaram no episódio, e a insatisfação subiu junto. O pico das duas foi no mesmo mês: mar/2018.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Em abr–mai/2018 o volume de pedidos continuou alto, mas os atrasos caíram e a insatisfação caiu junto.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 que acompanha a insatisfação é o </a:t>
            </a:r>
            <a:r>
              <a:rPr lang="en-US" sz="1400" b="1" dirty="0">
                <a:solidFill>
                  <a:schemeClr val="tx1"/>
                </a:solidFill>
              </a:rPr>
              <a:t>atraso</a:t>
            </a:r>
            <a:r>
              <a:rPr lang="en-US" sz="1400" dirty="0">
                <a:solidFill>
                  <a:schemeClr val="tx1"/>
                </a:solidFill>
              </a:rPr>
              <a:t>, não o volume.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Nordeste atrasa quase o dobro da média; Sudeste concentra 62% dos atrasos</a:t>
            </a:r>
            <a:endParaRPr lang="en-US" sz="2600" dirty="0"/>
          </a:p>
        </p:txBody>
      </p:sp>
      <p:pic>
        <p:nvPicPr>
          <p:cNvPr id="3" name="grafico" descr="Nordeste atrasa quase o dobro da média; Sudeste concentra 62% dos atras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7315200" cy="3854864"/>
          </a:xfrm>
          <a:prstGeom prst="rect">
            <a:avLst/>
          </a:prstGeom>
        </p:spPr>
      </p:pic>
      <p:sp>
        <p:nvSpPr>
          <p:cNvPr id="4" name="painel"/>
          <p:cNvSpPr/>
          <p:nvPr/>
        </p:nvSpPr>
        <p:spPr>
          <a:xfrm>
            <a:off x="8138160" y="1463040"/>
            <a:ext cx="3794760" cy="443484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 txBox="1"/>
          <p:nvPr/>
        </p:nvSpPr>
        <p:spPr>
          <a:xfrm>
            <a:off x="8321040" y="1691640"/>
            <a:ext cx="34290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insatisfação por região segue exatamente a mesma ordem dos atrasos: </a:t>
            </a:r>
          </a:p>
          <a:p>
            <a:pPr marL="635000" lvl="1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Nordeste 16,8% </a:t>
            </a:r>
          </a:p>
          <a:p>
            <a:pPr marL="635000" lvl="1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Norte 15,2%</a:t>
            </a:r>
          </a:p>
          <a:p>
            <a:pPr marL="635000" lvl="1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Centro-Oeste 13,2%</a:t>
            </a:r>
          </a:p>
          <a:p>
            <a:pPr marL="635000" lvl="1" indent="-177800">
              <a:spcAft>
                <a:spcPts val="800"/>
              </a:spcAft>
              <a:buSzPct val="100000"/>
              <a:buChar char="•"/>
            </a:pPr>
            <a:r>
              <a:rPr lang="en-US" sz="1400" dirty="0" err="1">
                <a:solidFill>
                  <a:schemeClr val="tx1"/>
                </a:solidFill>
              </a:rPr>
              <a:t>Sudeste</a:t>
            </a:r>
            <a:r>
              <a:rPr lang="en-US" sz="1400" dirty="0">
                <a:solidFill>
                  <a:schemeClr val="tx1"/>
                </a:solidFill>
              </a:rPr>
              <a:t> 12,3%</a:t>
            </a:r>
          </a:p>
          <a:p>
            <a:pPr marL="635000" lvl="1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Sul 11,8%.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 Norte também atrasa acima da média (8,6%), mas tem só 2% dos pedidos: o impacto no total é pequeno.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Nordeste: problema de taxa. </a:t>
            </a: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 err="1">
                <a:solidFill>
                  <a:schemeClr val="tx1"/>
                </a:solidFill>
              </a:rPr>
              <a:t>Sudeste</a:t>
            </a:r>
            <a:r>
              <a:rPr lang="en-US" sz="1400" dirty="0">
                <a:solidFill>
                  <a:schemeClr val="tx1"/>
                </a:solidFill>
              </a:rPr>
              <a:t>: problema de escala.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Nordeste e Norte compram muito abaixo do seu peso na população</a:t>
            </a:r>
            <a:endParaRPr lang="en-US" sz="2600" dirty="0"/>
          </a:p>
        </p:txBody>
      </p:sp>
      <p:pic>
        <p:nvPicPr>
          <p:cNvPr id="3" name="grafico" descr="Nordeste e Norte compram muito abaixo do seu peso na populaç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00200"/>
            <a:ext cx="7498080" cy="3552121"/>
          </a:xfrm>
          <a:prstGeom prst="rect">
            <a:avLst/>
          </a:prstGeom>
        </p:spPr>
      </p:pic>
      <p:sp>
        <p:nvSpPr>
          <p:cNvPr id="4" name="painel"/>
          <p:cNvSpPr/>
          <p:nvPr/>
        </p:nvSpPr>
        <p:spPr>
          <a:xfrm>
            <a:off x="8138160" y="1463040"/>
            <a:ext cx="3794760" cy="443484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8_num"/>
          <p:cNvSpPr txBox="1"/>
          <p:nvPr/>
        </p:nvSpPr>
        <p:spPr>
          <a:xfrm>
            <a:off x="8321040" y="164592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27% x 9%</a:t>
            </a:r>
            <a:endParaRPr lang="en-US" sz="4000" dirty="0"/>
          </a:p>
        </p:txBody>
      </p:sp>
      <p:sp>
        <p:nvSpPr>
          <p:cNvPr id="6" name="s8_lbl"/>
          <p:cNvSpPr txBox="1"/>
          <p:nvPr/>
        </p:nvSpPr>
        <p:spPr>
          <a:xfrm>
            <a:off x="8321040" y="23317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Nordeste: participação na população x nos pedidos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321040" y="2971800"/>
            <a:ext cx="3429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Índice = participação nos pedidos ÷ participação na população. 1 significa que a região compra na proporção do seu tamanho.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Hipótese: onde há mais espaço para crescer, a entrega é pior. Renda e acesso à internet também explicam parte da diferença.</a:t>
            </a:r>
            <a:endParaRPr lang="en-US" sz="1400" dirty="0"/>
          </a:p>
        </p:txBody>
      </p:sp>
      <p:sp>
        <p:nvSpPr>
          <p:cNvPr id="8" name="rodape"/>
          <p:cNvSpPr txBox="1"/>
          <p:nvPr/>
        </p:nvSpPr>
        <p:spPr>
          <a:xfrm>
            <a:off x="457200" y="6035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Fonte da população: IBGE, estimativa populacional de 2026. Pedidos: jan/2017 a ago/2018.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Recomendação: duas metas mensuráveis em 12 meses</a:t>
            </a:r>
            <a:endParaRPr lang="en-US" sz="2600" dirty="0"/>
          </a:p>
        </p:txBody>
      </p:sp>
      <p:sp>
        <p:nvSpPr>
          <p:cNvPr id="3" name="meta_card0"/>
          <p:cNvSpPr/>
          <p:nvPr/>
        </p:nvSpPr>
        <p:spPr>
          <a:xfrm>
            <a:off x="457200" y="1463040"/>
            <a:ext cx="5486400" cy="2651760"/>
          </a:xfrm>
          <a:prstGeom prst="roundRect">
            <a:avLst>
              <a:gd name="adj" fmla="val 3448"/>
            </a:avLst>
          </a:prstGeom>
          <a:solidFill>
            <a:srgbClr val="FFF1E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822960" y="16459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Nordeste</a:t>
            </a:r>
            <a:endParaRPr lang="en-US" sz="2000" dirty="0"/>
          </a:p>
        </p:txBody>
      </p:sp>
      <p:sp>
        <p:nvSpPr>
          <p:cNvPr id="5" name="meta_num0"/>
          <p:cNvSpPr txBox="1"/>
          <p:nvPr/>
        </p:nvSpPr>
        <p:spPr>
          <a:xfrm>
            <a:off x="822960" y="21031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4"/>
                </a:solidFill>
              </a:rPr>
              <a:t>12,8%  →  </a:t>
            </a:r>
            <a:r>
              <a:rPr lang="en-US" sz="4400" b="1" dirty="0">
                <a:solidFill>
                  <a:schemeClr val="accent3"/>
                </a:solidFill>
              </a:rPr>
              <a:t>6,8%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17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Reduzir a taxa de atraso até a média da Olist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≈ 538 atrasos a menos*</a:t>
            </a:r>
            <a:endParaRPr lang="en-US" sz="1500" dirty="0"/>
          </a:p>
        </p:txBody>
      </p:sp>
      <p:sp>
        <p:nvSpPr>
          <p:cNvPr id="8" name="meta_card1"/>
          <p:cNvSpPr/>
          <p:nvPr/>
        </p:nvSpPr>
        <p:spPr>
          <a:xfrm>
            <a:off x="6172200" y="1463040"/>
            <a:ext cx="5486400" cy="2651760"/>
          </a:xfrm>
          <a:prstGeom prst="roundRect">
            <a:avLst>
              <a:gd name="adj" fmla="val 3448"/>
            </a:avLst>
          </a:prstGeom>
          <a:solidFill>
            <a:srgbClr val="E8F1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6537960" y="16459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Sudeste</a:t>
            </a:r>
            <a:endParaRPr lang="en-US" sz="2000" dirty="0"/>
          </a:p>
        </p:txBody>
      </p:sp>
      <p:sp>
        <p:nvSpPr>
          <p:cNvPr id="10" name="meta_num1"/>
          <p:cNvSpPr txBox="1"/>
          <p:nvPr/>
        </p:nvSpPr>
        <p:spPr>
          <a:xfrm>
            <a:off x="6537960" y="21031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4"/>
                </a:solidFill>
              </a:rPr>
              <a:t>6,1%  →  </a:t>
            </a:r>
            <a:r>
              <a:rPr lang="en-US" sz="4400" b="1" dirty="0">
                <a:solidFill>
                  <a:schemeClr val="accent1"/>
                </a:solidFill>
              </a:rPr>
              <a:t>5,1%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3017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Reduzir a taxa de atraso em 1 ponto percentual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3429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≈ 660 atrasos a menos*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389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Por que as duas regiões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80060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Sudeste: como concentra a maior parte dos pedidos, uma melhora pequena (1 p.p.) evita mais atrasos do que trazer o Nordeste para a média.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Nordeste: além de reduzir atrasos, entregar melhor pode destravar crescimento numa região onde a Olist ainda vende pouco em relação à população.</a:t>
            </a:r>
            <a:endParaRPr lang="en-US" sz="1400" dirty="0"/>
          </a:p>
        </p:txBody>
      </p:sp>
      <p:sp>
        <p:nvSpPr>
          <p:cNvPr id="15" name="rodape"/>
          <p:cNvSpPr txBox="1"/>
          <p:nvPr/>
        </p:nvSpPr>
        <p:spPr>
          <a:xfrm>
            <a:off x="457200" y="6035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* Atrasos que teriam sido evitados no período analisado (20 meses, jan/2017 a ago/2018).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Riscos e limitações: o que esta análise não mostra</a:t>
            </a:r>
            <a:endParaRPr lang="en-US" sz="2600" dirty="0"/>
          </a:p>
        </p:txBody>
      </p:sp>
      <p:sp>
        <p:nvSpPr>
          <p:cNvPr id="3" name="risco_card0"/>
          <p:cNvSpPr/>
          <p:nvPr/>
        </p:nvSpPr>
        <p:spPr>
          <a:xfrm>
            <a:off x="457200" y="1463040"/>
            <a:ext cx="54864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731520" y="1600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Associação, não causa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3852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Atraso e insatisfação andam juntos em três recortes (por pedido, no tempo e por região), mas isso não prova que o atraso causa a insatisfação. Produto errado ou avariado também pesa e não foi medido.</a:t>
            </a:r>
            <a:endParaRPr lang="en-US" sz="1300" dirty="0"/>
          </a:p>
        </p:txBody>
      </p:sp>
      <p:sp>
        <p:nvSpPr>
          <p:cNvPr id="6" name="risco_card1"/>
          <p:cNvSpPr/>
          <p:nvPr/>
        </p:nvSpPr>
        <p:spPr>
          <a:xfrm>
            <a:off x="6172200" y="1463040"/>
            <a:ext cx="54864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6446520" y="1600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Só pedidos entregues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193852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Pedidos cancelados ou indisponíveis ficaram fora. A satisfação pode estar levemente superestimada (insatisfeitos: 14,7% na base completa x 12,8% só nos entregues).</a:t>
            </a:r>
            <a:endParaRPr lang="en-US" sz="1300" dirty="0"/>
          </a:p>
        </p:txBody>
      </p:sp>
      <p:sp>
        <p:nvSpPr>
          <p:cNvPr id="9" name="risco_card2"/>
          <p:cNvSpPr/>
          <p:nvPr/>
        </p:nvSpPr>
        <p:spPr>
          <a:xfrm>
            <a:off x="457200" y="3017520"/>
            <a:ext cx="54864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731520" y="3154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Valor vendido não é receita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49300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O valor vendido é o volume transacionado pelos lojistas. A receita da Olist (assinatura e comissão) não está nos dados.</a:t>
            </a:r>
            <a:endParaRPr lang="en-US" sz="1300" dirty="0"/>
          </a:p>
        </p:txBody>
      </p:sp>
      <p:sp>
        <p:nvSpPr>
          <p:cNvPr id="12" name="risco_card3"/>
          <p:cNvSpPr/>
          <p:nvPr/>
        </p:nvSpPr>
        <p:spPr>
          <a:xfrm>
            <a:off x="6172200" y="3017520"/>
            <a:ext cx="54864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6446520" y="3154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Causa do atraso no Nordeste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349300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Não identificada. Hipótese a investigar: a distância entre vendedores e clientes.</a:t>
            </a:r>
            <a:endParaRPr lang="en-US" sz="1300" dirty="0"/>
          </a:p>
        </p:txBody>
      </p:sp>
      <p:sp>
        <p:nvSpPr>
          <p:cNvPr id="15" name="risco_card4"/>
          <p:cNvSpPr/>
          <p:nvPr/>
        </p:nvSpPr>
        <p:spPr>
          <a:xfrm>
            <a:off x="457200" y="4572000"/>
            <a:ext cx="112014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731520" y="4709160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Próximo ciclo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047488"/>
            <a:ext cx="10652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Detalhamento por estado e por categoria de produto.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Apêndice: metodologia e governança</a:t>
            </a:r>
            <a:endParaRPr lang="en-US" sz="2600" dirty="0"/>
          </a:p>
        </p:txBody>
      </p:sp>
      <p:sp>
        <p:nvSpPr>
          <p:cNvPr id="3" name="etapa0"/>
          <p:cNvSpPr/>
          <p:nvPr/>
        </p:nvSpPr>
        <p:spPr>
          <a:xfrm>
            <a:off x="457200" y="1463040"/>
            <a:ext cx="26060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85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94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Reconhecimento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54203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01_recon: qualidade, chaves e decisões sobre os dados</a:t>
            </a:r>
            <a:endParaRPr lang="en-US" sz="1200" dirty="0"/>
          </a:p>
        </p:txBody>
      </p:sp>
      <p:sp>
        <p:nvSpPr>
          <p:cNvPr id="8" name="etapa1"/>
          <p:cNvSpPr/>
          <p:nvPr/>
        </p:nvSpPr>
        <p:spPr>
          <a:xfrm>
            <a:off x="3337560" y="1463040"/>
            <a:ext cx="26060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3566160" y="164592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35661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194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Limpeza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54203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02_limpeza: filtros de status e período, tabelas limpas</a:t>
            </a:r>
            <a:endParaRPr lang="en-US" sz="1200" dirty="0"/>
          </a:p>
        </p:txBody>
      </p:sp>
      <p:sp>
        <p:nvSpPr>
          <p:cNvPr id="13" name="etapa2"/>
          <p:cNvSpPr/>
          <p:nvPr/>
        </p:nvSpPr>
        <p:spPr>
          <a:xfrm>
            <a:off x="6217920" y="1463040"/>
            <a:ext cx="26060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446520" y="164592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64465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194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Análise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54203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03_analise: as 4 perguntas e a conclusão</a:t>
            </a:r>
            <a:endParaRPr lang="en-US" sz="1200" dirty="0"/>
          </a:p>
        </p:txBody>
      </p:sp>
      <p:sp>
        <p:nvSpPr>
          <p:cNvPr id="18" name="etapa3"/>
          <p:cNvSpPr/>
          <p:nvPr/>
        </p:nvSpPr>
        <p:spPr>
          <a:xfrm>
            <a:off x="9098280" y="1463040"/>
            <a:ext cx="26060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9326880" y="164592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93268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326880" y="2194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Visualização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254203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04_data_viz: gráficos desta apresentação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566160"/>
            <a:ext cx="11247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Metodologia: </a:t>
            </a:r>
            <a:r>
              <a:rPr lang="en-US" sz="1500" dirty="0">
                <a:solidFill>
                  <a:schemeClr val="tx1"/>
                </a:solidFill>
              </a:rPr>
              <a:t>etapas do CRISP-DM, do entendimento do negócio à comunicação dos resultados.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Governança: </a:t>
            </a:r>
            <a:r>
              <a:rPr lang="en-US" sz="1500" dirty="0">
                <a:solidFill>
                  <a:schemeClr val="tx1"/>
                </a:solidFill>
              </a:rPr>
              <a:t>todas as decisões, exclusões e checagens estão documentadas nos notebooks, e o projeto pode ser reproduzido do zero a partir dos dados públicos.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Repositório: </a:t>
            </a:r>
            <a:r>
              <a:rPr lang="en-US" sz="1500" u="sng" dirty="0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github.com/alefaizi/tech-challenge-olist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Autor: </a:t>
            </a:r>
            <a:r>
              <a:rPr lang="en-US" sz="1500" dirty="0">
                <a:solidFill>
                  <a:schemeClr val="tx1"/>
                </a:solidFill>
              </a:rPr>
              <a:t>Alexandre Faizibaioff</a:t>
            </a:r>
          </a:p>
          <a:p>
            <a:pPr marL="177800" indent="-177800">
              <a:spcAft>
                <a:spcPts val="800"/>
              </a:spcAft>
              <a:buSzPct val="100000"/>
              <a:buFontTx/>
              <a:buChar char="•"/>
            </a:pPr>
            <a:r>
              <a:rPr lang="en-US" sz="1500" b="1" dirty="0"/>
              <a:t>Contato: </a:t>
            </a:r>
            <a:r>
              <a:rPr lang="en-US" sz="1500" dirty="0">
                <a:hlinkClick r:id="rId4"/>
              </a:rPr>
              <a:t>ale.faizi@gmail.</a:t>
            </a:r>
            <a:r>
              <a:rPr lang="en-US" sz="1500">
                <a:hlinkClick r:id="rId4"/>
              </a:rPr>
              <a:t>com</a:t>
            </a:r>
            <a:r>
              <a:rPr lang="en-US" sz="1500"/>
              <a:t> | </a:t>
            </a:r>
            <a:r>
              <a:rPr lang="en-US" sz="1500" dirty="0">
                <a:hlinkClick r:id="rId5"/>
              </a:rPr>
              <a:t>https://www.linkedin.com/in/alexandrecsf/</a:t>
            </a:r>
            <a:r>
              <a:rPr lang="en-US" sz="1500" dirty="0"/>
              <a:t> 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list Executivo">
  <a:themeElements>
    <a:clrScheme name="Olist Executivo">
      <a:dk1>
        <a:srgbClr val="1F2937"/>
      </a:dk1>
      <a:lt1>
        <a:srgbClr val="FFFFFF"/>
      </a:lt1>
      <a:dk2>
        <a:srgbClr val="1E2A3A"/>
      </a:dk2>
      <a:lt2>
        <a:srgbClr val="F1F4F8"/>
      </a:lt2>
      <a:accent1>
        <a:srgbClr val="1F77B4"/>
      </a:accent1>
      <a:accent2>
        <a:srgbClr val="D62728"/>
      </a:accent2>
      <a:accent3>
        <a:srgbClr val="FF7F0E"/>
      </a:accent3>
      <a:accent4>
        <a:srgbClr val="6B7280"/>
      </a:accent4>
      <a:accent5>
        <a:srgbClr val="FDE7C8"/>
      </a:accent5>
      <a:accent6>
        <a:srgbClr val="2E7D5B"/>
      </a:accent6>
      <a:hlink>
        <a:srgbClr val="1F77B4"/>
      </a:hlink>
      <a:folHlink>
        <a:srgbClr val="6B7280"/>
      </a:folHlink>
    </a:clrScheme>
    <a:fontScheme name="Olist Executiv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</TotalTime>
  <Words>1808</Words>
  <Application>Microsoft Office PowerPoint</Application>
  <PresentationFormat>Widescreen</PresentationFormat>
  <Paragraphs>153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Olist Executivo</vt:lpstr>
      <vt:lpstr>Olist: onde investir para voltar a crescer?</vt:lpstr>
      <vt:lpstr>Sim, com condições: o investimento deve ir para a logística</vt:lpstr>
      <vt:lpstr>Contexto: a empresa, os dados e as perguntas</vt:lpstr>
      <vt:lpstr>Forte crescimento em 2017, estagnação em 2018</vt:lpstr>
      <vt:lpstr>Satisfação estável, exceto entre out/2017 e mar/2018</vt:lpstr>
      <vt:lpstr>Pedidos atrasados têm quase 7 vezes mais insatisfação</vt:lpstr>
      <vt:lpstr>Insatisfação sobe e desce junto com os atrasos</vt:lpstr>
      <vt:lpstr>Nordeste atrasa quase o dobro da média; Sudeste concentra 62% dos atrasos</vt:lpstr>
      <vt:lpstr>Nordeste e Norte compram muito abaixo do seu peso na população</vt:lpstr>
      <vt:lpstr>Recomendação: duas metas mensuráveis em 12 meses</vt:lpstr>
      <vt:lpstr>Riscos e limitações: o que esta análise não mostra</vt:lpstr>
      <vt:lpstr>Apêndice: metodologia e governança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Olist: crescimento, satisfação e onde investir</dc:title>
  <dc:subject>PptxGenJS Presentation</dc:subject>
  <dc:creator>Alexandre Faizibaioff</dc:creator>
  <cp:lastModifiedBy>Alexandre Faizibaioff</cp:lastModifiedBy>
  <cp:revision>1</cp:revision>
  <dcterms:created xsi:type="dcterms:W3CDTF">2026-10-23T19:29:32Z</dcterms:created>
  <dcterms:modified xsi:type="dcterms:W3CDTF">2026-10-28T14:45:19Z</dcterms:modified>
</cp:coreProperties>
</file>